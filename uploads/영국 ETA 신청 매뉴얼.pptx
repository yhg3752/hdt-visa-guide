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20" r:id="rId2"/>
    <p:sldId id="503" r:id="rId3"/>
    <p:sldId id="527" r:id="rId4"/>
    <p:sldId id="548" r:id="rId5"/>
    <p:sldId id="549" r:id="rId6"/>
    <p:sldId id="528" r:id="rId7"/>
    <p:sldId id="529" r:id="rId8"/>
    <p:sldId id="530" r:id="rId9"/>
    <p:sldId id="550" r:id="rId10"/>
    <p:sldId id="551" r:id="rId11"/>
    <p:sldId id="552" r:id="rId12"/>
    <p:sldId id="553" r:id="rId13"/>
    <p:sldId id="554" r:id="rId14"/>
    <p:sldId id="555" r:id="rId15"/>
    <p:sldId id="556" r:id="rId16"/>
    <p:sldId id="557" r:id="rId17"/>
    <p:sldId id="558" r:id="rId18"/>
    <p:sldId id="559" r:id="rId19"/>
    <p:sldId id="569" r:id="rId20"/>
    <p:sldId id="560" r:id="rId21"/>
    <p:sldId id="561" r:id="rId22"/>
    <p:sldId id="562" r:id="rId23"/>
    <p:sldId id="563" r:id="rId24"/>
    <p:sldId id="564" r:id="rId25"/>
    <p:sldId id="565" r:id="rId26"/>
    <p:sldId id="566" r:id="rId27"/>
    <p:sldId id="567" r:id="rId28"/>
    <p:sldId id="568" r:id="rId29"/>
  </p:sldIdLst>
  <p:sldSz cx="10082213" cy="7561263"/>
  <p:notesSz cx="6735763" cy="9866313"/>
  <p:defaultTextStyle>
    <a:defPPr>
      <a:defRPr lang="de-DE"/>
    </a:defPPr>
    <a:lvl1pPr marL="0" algn="l" defTabSz="521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436" algn="l" defTabSz="521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2872" algn="l" defTabSz="521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308" algn="l" defTabSz="521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5744" algn="l" defTabSz="521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179" algn="l" defTabSz="521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8616" algn="l" defTabSz="521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052" algn="l" defTabSz="521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1487" algn="l" defTabSz="52143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" userDrawn="1">
          <p15:clr>
            <a:srgbClr val="A4A3A4"/>
          </p15:clr>
        </p15:guide>
        <p15:guide id="2" orient="horz" pos="4559" userDrawn="1">
          <p15:clr>
            <a:srgbClr val="A4A3A4"/>
          </p15:clr>
        </p15:guide>
        <p15:guide id="3" orient="horz" pos="734" userDrawn="1">
          <p15:clr>
            <a:srgbClr val="A4A3A4"/>
          </p15:clr>
        </p15:guide>
        <p15:guide id="4" orient="horz" pos="4519" userDrawn="1">
          <p15:clr>
            <a:srgbClr val="A4A3A4"/>
          </p15:clr>
        </p15:guide>
        <p15:guide id="5" orient="horz" pos="4204" userDrawn="1">
          <p15:clr>
            <a:srgbClr val="A4A3A4"/>
          </p15:clr>
        </p15:guide>
        <p15:guide id="6" orient="horz" pos="482" userDrawn="1">
          <p15:clr>
            <a:srgbClr val="A4A3A4"/>
          </p15:clr>
        </p15:guide>
        <p15:guide id="7" orient="horz" pos="1081" userDrawn="1">
          <p15:clr>
            <a:srgbClr val="A4A3A4"/>
          </p15:clr>
        </p15:guide>
        <p15:guide id="8" orient="horz" pos="4258" userDrawn="1">
          <p15:clr>
            <a:srgbClr val="A4A3A4"/>
          </p15:clr>
        </p15:guide>
        <p15:guide id="9" orient="horz" pos="1852" userDrawn="1">
          <p15:clr>
            <a:srgbClr val="A4A3A4"/>
          </p15:clr>
        </p15:guide>
        <p15:guide id="10" orient="horz" pos="2020" userDrawn="1">
          <p15:clr>
            <a:srgbClr val="A4A3A4"/>
          </p15:clr>
        </p15:guide>
        <p15:guide id="11" pos="5763" userDrawn="1">
          <p15:clr>
            <a:srgbClr val="A4A3A4"/>
          </p15:clr>
        </p15:guide>
        <p15:guide id="12" pos="6137" userDrawn="1">
          <p15:clr>
            <a:srgbClr val="A4A3A4"/>
          </p15:clr>
        </p15:guide>
        <p15:guide id="13" pos="3237" userDrawn="1">
          <p15:clr>
            <a:srgbClr val="A4A3A4"/>
          </p15:clr>
        </p15:guide>
        <p15:guide id="14" pos="214" userDrawn="1">
          <p15:clr>
            <a:srgbClr val="A4A3A4"/>
          </p15:clr>
        </p15:guide>
        <p15:guide id="15" pos="1099" userDrawn="1">
          <p15:clr>
            <a:srgbClr val="A4A3A4"/>
          </p15:clr>
        </p15:guide>
        <p15:guide id="16" pos="5254" userDrawn="1">
          <p15:clr>
            <a:srgbClr val="A4A3A4"/>
          </p15:clr>
        </p15:guide>
        <p15:guide id="17" pos="5131" userDrawn="1">
          <p15:clr>
            <a:srgbClr val="A4A3A4"/>
          </p15:clr>
        </p15:guide>
        <p15:guide id="18" pos="4245" userDrawn="1">
          <p15:clr>
            <a:srgbClr val="A4A3A4"/>
          </p15:clr>
        </p15:guide>
        <p15:guide id="19" pos="4129" userDrawn="1">
          <p15:clr>
            <a:srgbClr val="A4A3A4"/>
          </p15:clr>
        </p15:guide>
        <p15:guide id="20" pos="3114" userDrawn="1">
          <p15:clr>
            <a:srgbClr val="A4A3A4"/>
          </p15:clr>
        </p15:guide>
        <p15:guide id="21" pos="2106" userDrawn="1">
          <p15:clr>
            <a:srgbClr val="A4A3A4"/>
          </p15:clr>
        </p15:guide>
        <p15:guide id="22" pos="1223" userDrawn="1">
          <p15:clr>
            <a:srgbClr val="A4A3A4"/>
          </p15:clr>
        </p15:guide>
        <p15:guide id="23" pos="594" userDrawn="1">
          <p15:clr>
            <a:srgbClr val="A4A3A4"/>
          </p15:clr>
        </p15:guide>
        <p15:guide id="24" pos="718" userDrawn="1">
          <p15:clr>
            <a:srgbClr val="A4A3A4"/>
          </p15:clr>
        </p15:guide>
        <p15:guide id="25" pos="2732" userDrawn="1">
          <p15:clr>
            <a:srgbClr val="A4A3A4"/>
          </p15:clr>
        </p15:guide>
        <p15:guide id="26" pos="2231" userDrawn="1">
          <p15:clr>
            <a:srgbClr val="A4A3A4"/>
          </p15:clr>
        </p15:guide>
        <p15:guide id="27" pos="2610" userDrawn="1">
          <p15:clr>
            <a:srgbClr val="A4A3A4"/>
          </p15:clr>
        </p15:guide>
        <p15:guide id="28" pos="1603" userDrawn="1">
          <p15:clr>
            <a:srgbClr val="A4A3A4"/>
          </p15:clr>
        </p15:guide>
        <p15:guide id="29" pos="3618" userDrawn="1">
          <p15:clr>
            <a:srgbClr val="A4A3A4"/>
          </p15:clr>
        </p15:guide>
        <p15:guide id="30" pos="3742" userDrawn="1">
          <p15:clr>
            <a:srgbClr val="A4A3A4"/>
          </p15:clr>
        </p15:guide>
        <p15:guide id="31" pos="4627" userDrawn="1">
          <p15:clr>
            <a:srgbClr val="A4A3A4"/>
          </p15:clr>
        </p15:guide>
        <p15:guide id="32" pos="4750" userDrawn="1">
          <p15:clr>
            <a:srgbClr val="A4A3A4"/>
          </p15:clr>
        </p15:guide>
        <p15:guide id="33" pos="5635" userDrawn="1">
          <p15:clr>
            <a:srgbClr val="A4A3A4"/>
          </p15:clr>
        </p15:guide>
        <p15:guide id="34" pos="17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3300"/>
    <a:srgbClr val="002C5F"/>
    <a:srgbClr val="003300"/>
    <a:srgbClr val="4D4D4D"/>
    <a:srgbClr val="292929"/>
    <a:srgbClr val="5F5F5F"/>
    <a:srgbClr val="1F497D"/>
    <a:srgbClr val="E9E6E2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08" autoAdjust="0"/>
    <p:restoredTop sz="92848" autoAdjust="0"/>
  </p:normalViewPr>
  <p:slideViewPr>
    <p:cSldViewPr snapToGrid="0" showGuides="1">
      <p:cViewPr>
        <p:scale>
          <a:sx n="95" d="100"/>
          <a:sy n="95" d="100"/>
        </p:scale>
        <p:origin x="2292" y="222"/>
      </p:cViewPr>
      <p:guideLst>
        <p:guide orient="horz" pos="212"/>
        <p:guide orient="horz" pos="4559"/>
        <p:guide orient="horz" pos="734"/>
        <p:guide orient="horz" pos="4519"/>
        <p:guide orient="horz" pos="4204"/>
        <p:guide orient="horz" pos="482"/>
        <p:guide orient="horz" pos="1081"/>
        <p:guide orient="horz" pos="4258"/>
        <p:guide orient="horz" pos="1852"/>
        <p:guide orient="horz" pos="2020"/>
        <p:guide pos="5763"/>
        <p:guide pos="6137"/>
        <p:guide pos="3237"/>
        <p:guide pos="214"/>
        <p:guide pos="1099"/>
        <p:guide pos="5254"/>
        <p:guide pos="5131"/>
        <p:guide pos="4245"/>
        <p:guide pos="4129"/>
        <p:guide pos="3114"/>
        <p:guide pos="2106"/>
        <p:guide pos="1223"/>
        <p:guide pos="594"/>
        <p:guide pos="718"/>
        <p:guide pos="2732"/>
        <p:guide pos="2231"/>
        <p:guide pos="2610"/>
        <p:guide pos="1603"/>
        <p:guide pos="3618"/>
        <p:guide pos="3742"/>
        <p:guide pos="4627"/>
        <p:guide pos="4750"/>
        <p:guide pos="5635"/>
        <p:guide pos="17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-3126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18830" cy="493315"/>
          </a:xfrm>
          <a:prstGeom prst="rect">
            <a:avLst/>
          </a:prstGeom>
        </p:spPr>
        <p:txBody>
          <a:bodyPr vert="horz" lIns="90757" tIns="45379" rIns="90757" bIns="45379" rtlCol="0"/>
          <a:lstStyle>
            <a:lvl1pPr algn="l">
              <a:defRPr sz="1200"/>
            </a:lvl1pPr>
          </a:lstStyle>
          <a:p>
            <a:endParaRPr lang="de-DE" dirty="0">
              <a:latin typeface="현대산스 Head" panose="020B0600000101010101" pitchFamily="50" charset="-127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15377" y="3"/>
            <a:ext cx="2918830" cy="493315"/>
          </a:xfrm>
          <a:prstGeom prst="rect">
            <a:avLst/>
          </a:prstGeom>
        </p:spPr>
        <p:txBody>
          <a:bodyPr vert="horz" lIns="90757" tIns="45379" rIns="90757" bIns="45379" rtlCol="0"/>
          <a:lstStyle>
            <a:lvl1pPr algn="r">
              <a:defRPr sz="1200"/>
            </a:lvl1pPr>
          </a:lstStyle>
          <a:p>
            <a:fld id="{CA74C10B-FD06-F240-8AF9-C1AB7D589BAF}" type="datetimeFigureOut">
              <a:rPr lang="de-DE" smtClean="0">
                <a:latin typeface="현대산스 Head" panose="020B0600000101010101" pitchFamily="50" charset="-127"/>
              </a:rPr>
              <a:t>21.05.2026</a:t>
            </a:fld>
            <a:endParaRPr lang="de-DE" dirty="0">
              <a:latin typeface="현대산스 Head" panose="020B0600000101010101" pitchFamily="50" charset="-127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3" y="9371287"/>
            <a:ext cx="2918830" cy="493315"/>
          </a:xfrm>
          <a:prstGeom prst="rect">
            <a:avLst/>
          </a:prstGeom>
        </p:spPr>
        <p:txBody>
          <a:bodyPr vert="horz" lIns="90757" tIns="45379" rIns="90757" bIns="45379" rtlCol="0" anchor="b"/>
          <a:lstStyle>
            <a:lvl1pPr algn="l">
              <a:defRPr sz="1200"/>
            </a:lvl1pPr>
          </a:lstStyle>
          <a:p>
            <a:endParaRPr lang="de-DE" dirty="0">
              <a:latin typeface="현대산스 Head" panose="020B0600000101010101" pitchFamily="50" charset="-127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15377" y="9371287"/>
            <a:ext cx="2918830" cy="493315"/>
          </a:xfrm>
          <a:prstGeom prst="rect">
            <a:avLst/>
          </a:prstGeom>
        </p:spPr>
        <p:txBody>
          <a:bodyPr vert="horz" lIns="90757" tIns="45379" rIns="90757" bIns="45379" rtlCol="0" anchor="b"/>
          <a:lstStyle>
            <a:lvl1pPr algn="r">
              <a:defRPr sz="1200"/>
            </a:lvl1pPr>
          </a:lstStyle>
          <a:p>
            <a:fld id="{4AFE050C-2746-3F48-B8C5-7DAA1EAB31CD}" type="slidenum">
              <a:rPr lang="de-DE" smtClean="0">
                <a:latin typeface="현대산스 Head" panose="020B0600000101010101" pitchFamily="50" charset="-127"/>
              </a:rPr>
              <a:t>‹#›</a:t>
            </a:fld>
            <a:endParaRPr lang="de-DE" dirty="0">
              <a:latin typeface="현대산스 Hea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53104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18830" cy="493315"/>
          </a:xfrm>
          <a:prstGeom prst="rect">
            <a:avLst/>
          </a:prstGeom>
        </p:spPr>
        <p:txBody>
          <a:bodyPr vert="horz" lIns="90757" tIns="45379" rIns="90757" bIns="45379" rtlCol="0"/>
          <a:lstStyle>
            <a:lvl1pPr algn="l">
              <a:defRPr sz="1200">
                <a:latin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15377" y="3"/>
            <a:ext cx="2918830" cy="493315"/>
          </a:xfrm>
          <a:prstGeom prst="rect">
            <a:avLst/>
          </a:prstGeom>
        </p:spPr>
        <p:txBody>
          <a:bodyPr vert="horz" lIns="90757" tIns="45379" rIns="90757" bIns="45379" rtlCol="0"/>
          <a:lstStyle>
            <a:lvl1pPr algn="r">
              <a:defRPr sz="1200">
                <a:latin typeface="현대산스 Head" panose="020B0600000101010101" pitchFamily="50" charset="-127"/>
              </a:defRPr>
            </a:lvl1pPr>
          </a:lstStyle>
          <a:p>
            <a:fld id="{EFF4B5C2-5DC9-8F45-8247-D282A2E36C81}" type="datetimeFigureOut">
              <a:rPr lang="de-DE" smtClean="0"/>
              <a:pPr/>
              <a:t>21.05.2026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7" tIns="45379" rIns="90757" bIns="45379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3577" y="4686501"/>
            <a:ext cx="5388610" cy="4439841"/>
          </a:xfrm>
          <a:prstGeom prst="rect">
            <a:avLst/>
          </a:prstGeom>
        </p:spPr>
        <p:txBody>
          <a:bodyPr vert="horz" lIns="90757" tIns="45379" rIns="90757" bIns="45379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" y="9371287"/>
            <a:ext cx="2918830" cy="493315"/>
          </a:xfrm>
          <a:prstGeom prst="rect">
            <a:avLst/>
          </a:prstGeom>
        </p:spPr>
        <p:txBody>
          <a:bodyPr vert="horz" lIns="90757" tIns="45379" rIns="90757" bIns="45379" rtlCol="0" anchor="b"/>
          <a:lstStyle>
            <a:lvl1pPr algn="l">
              <a:defRPr sz="1200">
                <a:latin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15377" y="9371287"/>
            <a:ext cx="2918830" cy="493315"/>
          </a:xfrm>
          <a:prstGeom prst="rect">
            <a:avLst/>
          </a:prstGeom>
        </p:spPr>
        <p:txBody>
          <a:bodyPr vert="horz" lIns="90757" tIns="45379" rIns="90757" bIns="45379" rtlCol="0" anchor="b"/>
          <a:lstStyle>
            <a:lvl1pPr algn="r">
              <a:defRPr sz="1200">
                <a:latin typeface="현대산스 Head" panose="020B0600000101010101" pitchFamily="50" charset="-127"/>
              </a:defRPr>
            </a:lvl1pPr>
          </a:lstStyle>
          <a:p>
            <a:fld id="{71DF7CCD-8A4B-8D44-B710-51F66017669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5285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21436" rtl="0" eaLnBrk="1" latinLnBrk="0" hangingPunct="1">
      <a:defRPr sz="1400" kern="1200">
        <a:solidFill>
          <a:schemeClr val="tx1"/>
        </a:solidFill>
        <a:latin typeface="현대산스 Head" panose="020B0600000101010101" pitchFamily="50" charset="-127"/>
        <a:ea typeface="+mn-ea"/>
        <a:cs typeface="+mn-cs"/>
      </a:defRPr>
    </a:lvl1pPr>
    <a:lvl2pPr marL="521436" algn="l" defTabSz="521436" rtl="0" eaLnBrk="1" latinLnBrk="0" hangingPunct="1">
      <a:defRPr sz="1400" kern="1200">
        <a:solidFill>
          <a:schemeClr val="tx1"/>
        </a:solidFill>
        <a:latin typeface="현대산스 Head" panose="020B0600000101010101" pitchFamily="50" charset="-127"/>
        <a:ea typeface="+mn-ea"/>
        <a:cs typeface="+mn-cs"/>
      </a:defRPr>
    </a:lvl2pPr>
    <a:lvl3pPr marL="1042872" algn="l" defTabSz="521436" rtl="0" eaLnBrk="1" latinLnBrk="0" hangingPunct="1">
      <a:defRPr sz="1400" kern="1200">
        <a:solidFill>
          <a:schemeClr val="tx1"/>
        </a:solidFill>
        <a:latin typeface="현대산스 Head" panose="020B0600000101010101" pitchFamily="50" charset="-127"/>
        <a:ea typeface="+mn-ea"/>
        <a:cs typeface="+mn-cs"/>
      </a:defRPr>
    </a:lvl3pPr>
    <a:lvl4pPr marL="1564308" algn="l" defTabSz="521436" rtl="0" eaLnBrk="1" latinLnBrk="0" hangingPunct="1">
      <a:defRPr sz="1400" kern="1200">
        <a:solidFill>
          <a:schemeClr val="tx1"/>
        </a:solidFill>
        <a:latin typeface="현대산스 Head" panose="020B0600000101010101" pitchFamily="50" charset="-127"/>
        <a:ea typeface="+mn-ea"/>
        <a:cs typeface="+mn-cs"/>
      </a:defRPr>
    </a:lvl4pPr>
    <a:lvl5pPr marL="2085744" algn="l" defTabSz="521436" rtl="0" eaLnBrk="1" latinLnBrk="0" hangingPunct="1">
      <a:defRPr sz="1400" kern="1200">
        <a:solidFill>
          <a:schemeClr val="tx1"/>
        </a:solidFill>
        <a:latin typeface="현대산스 Head" panose="020B0600000101010101" pitchFamily="50" charset="-127"/>
        <a:ea typeface="+mn-ea"/>
        <a:cs typeface="+mn-cs"/>
      </a:defRPr>
    </a:lvl5pPr>
    <a:lvl6pPr marL="2607179" algn="l" defTabSz="52143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8616" algn="l" defTabSz="52143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052" algn="l" defTabSz="52143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1487" algn="l" defTabSz="52143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00138" y="1431925"/>
            <a:ext cx="5157787" cy="38671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1836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CA59E-7A74-4453-988E-B0B6FF933ECB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549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CA59E-7A74-4453-988E-B0B6FF933ECB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145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CA59E-7A74-4453-988E-B0B6FF933ECB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949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CA59E-7A74-4453-988E-B0B6FF933ECB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55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arm Sand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1"/>
            <a:ext cx="10082213" cy="75612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8326" tIns="49164" rIns="98326" bIns="49164" rtlCol="0" anchor="ctr"/>
          <a:lstStyle/>
          <a:p>
            <a:pPr algn="ctr"/>
            <a:endParaRPr lang="de-DE" sz="1980" noProof="0" dirty="0"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Bildplatzhalter 2"/>
          <p:cNvSpPr>
            <a:spLocks noGrp="1"/>
          </p:cNvSpPr>
          <p:nvPr>
            <p:ph type="pic" idx="13"/>
          </p:nvPr>
        </p:nvSpPr>
        <p:spPr>
          <a:xfrm>
            <a:off x="339424" y="0"/>
            <a:ext cx="9402045" cy="6408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754" b="0" i="0">
                <a:latin typeface="현대산스 Head" panose="020B0600000101010101" pitchFamily="50" charset="-127"/>
              </a:defRPr>
            </a:lvl1pPr>
            <a:lvl2pPr marL="491610" indent="0">
              <a:buNone/>
              <a:defRPr sz="3017"/>
            </a:lvl2pPr>
            <a:lvl3pPr marL="983220" indent="0">
              <a:buNone/>
              <a:defRPr sz="2546"/>
            </a:lvl3pPr>
            <a:lvl4pPr marL="1474830" indent="0">
              <a:buNone/>
              <a:defRPr sz="2168"/>
            </a:lvl4pPr>
            <a:lvl5pPr marL="1966439" indent="0">
              <a:buNone/>
              <a:defRPr sz="2168"/>
            </a:lvl5pPr>
            <a:lvl6pPr marL="2458048" indent="0">
              <a:buNone/>
              <a:defRPr sz="2168"/>
            </a:lvl6pPr>
            <a:lvl7pPr marL="2949659" indent="0">
              <a:buNone/>
              <a:defRPr sz="2168"/>
            </a:lvl7pPr>
            <a:lvl8pPr marL="3441269" indent="0">
              <a:buNone/>
              <a:defRPr sz="2168"/>
            </a:lvl8pPr>
            <a:lvl9pPr marL="3932878" indent="0">
              <a:buNone/>
              <a:defRPr sz="2168"/>
            </a:lvl9pPr>
          </a:lstStyle>
          <a:p>
            <a:r>
              <a:rPr lang="ko-KR" altLang="en-US" noProof="0" dirty="0"/>
              <a:t>그림을 추가하려면 아이콘을 클릭하십시오</a:t>
            </a:r>
            <a:endParaRPr lang="de-DE" noProof="0" dirty="0"/>
          </a:p>
        </p:txBody>
      </p:sp>
      <p:pic>
        <p:nvPicPr>
          <p:cNvPr id="11" name="Bild 18" descr="Hyundai_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144" y="7138764"/>
            <a:ext cx="1352999" cy="198735"/>
          </a:xfrm>
          <a:prstGeom prst="rect">
            <a:avLst/>
          </a:prstGeom>
        </p:spPr>
      </p:pic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>
          <a:xfrm>
            <a:off x="672060" y="1498501"/>
            <a:ext cx="8485600" cy="49222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4311"/>
              </a:lnSpc>
              <a:defRPr sz="3394" baseline="0">
                <a:latin typeface="+mj-lt"/>
              </a:defRPr>
            </a:lvl1pPr>
          </a:lstStyle>
          <a:p>
            <a:r>
              <a:rPr lang="en-US" noProof="0" dirty="0"/>
              <a:t>Standard title headline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78848" y="2817303"/>
            <a:ext cx="8484913" cy="23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131" b="0">
                <a:solidFill>
                  <a:srgbClr val="000000"/>
                </a:solidFill>
                <a:latin typeface="+mn-lt"/>
                <a:ea typeface="현대산스 Head" panose="020B0600000101010101" pitchFamily="50" charset="-127"/>
              </a:defRPr>
            </a:lvl1pPr>
            <a:lvl2pPr marL="491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3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7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66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580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49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41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32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Month DD, YY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2060" y="2000250"/>
            <a:ext cx="8485600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ts val="4311"/>
              </a:lnSpc>
              <a:spcBef>
                <a:spcPts val="0"/>
              </a:spcBef>
              <a:defRPr sz="2640" b="0" baseline="0">
                <a:latin typeface="+mn-lt"/>
                <a:ea typeface="현대산스 Head" panose="020B0600000101010101" pitchFamily="50" charset="-127"/>
              </a:defRPr>
            </a:lvl1pPr>
          </a:lstStyle>
          <a:p>
            <a:pPr lvl="0"/>
            <a:r>
              <a:rPr lang="en-US" noProof="0" dirty="0"/>
              <a:t>Optional second line</a:t>
            </a:r>
          </a:p>
        </p:txBody>
      </p:sp>
    </p:spTree>
    <p:extLst>
      <p:ext uri="{BB962C8B-B14F-4D97-AF65-F5344CB8AC3E}">
        <p14:creationId xmlns:p14="http://schemas.microsoft.com/office/powerpoint/2010/main" val="375333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0082213" cy="75596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754">
                <a:latin typeface="현대산스 Head" panose="020B0600000101010101" pitchFamily="50" charset="-127"/>
              </a:defRPr>
            </a:lvl1pPr>
          </a:lstStyle>
          <a:p>
            <a:r>
              <a:rPr lang="de-DE" dirty="0"/>
              <a:t>Bild auf Platzhalter ziehen oder durch Klicken auf Symbol hinzufügen</a:t>
            </a:r>
          </a:p>
        </p:txBody>
      </p:sp>
      <p:sp>
        <p:nvSpPr>
          <p:cNvPr id="8" name="Rechteck 7"/>
          <p:cNvSpPr/>
          <p:nvPr userDrawn="1"/>
        </p:nvSpPr>
        <p:spPr>
          <a:xfrm>
            <a:off x="0" y="1"/>
            <a:ext cx="10080893" cy="756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8326" tIns="49164" rIns="98326" bIns="49164" rtlCol="0" anchor="ctr"/>
          <a:lstStyle/>
          <a:p>
            <a:pPr algn="ctr"/>
            <a:endParaRPr lang="de-DE" sz="1980" dirty="0"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Bildplatzhalter 2"/>
          <p:cNvSpPr>
            <a:spLocks noGrp="1"/>
          </p:cNvSpPr>
          <p:nvPr>
            <p:ph type="pic" idx="13"/>
          </p:nvPr>
        </p:nvSpPr>
        <p:spPr>
          <a:xfrm>
            <a:off x="339424" y="0"/>
            <a:ext cx="9402045" cy="6408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754" b="0" i="0">
                <a:latin typeface="현대산스 Head" panose="020B0600000101010101" pitchFamily="50" charset="-127"/>
              </a:defRPr>
            </a:lvl1pPr>
            <a:lvl2pPr marL="491610" indent="0">
              <a:buNone/>
              <a:defRPr sz="3017"/>
            </a:lvl2pPr>
            <a:lvl3pPr marL="983220" indent="0">
              <a:buNone/>
              <a:defRPr sz="2546"/>
            </a:lvl3pPr>
            <a:lvl4pPr marL="1474830" indent="0">
              <a:buNone/>
              <a:defRPr sz="2168"/>
            </a:lvl4pPr>
            <a:lvl5pPr marL="1966439" indent="0">
              <a:buNone/>
              <a:defRPr sz="2168"/>
            </a:lvl5pPr>
            <a:lvl6pPr marL="2458048" indent="0">
              <a:buNone/>
              <a:defRPr sz="2168"/>
            </a:lvl6pPr>
            <a:lvl7pPr marL="2949659" indent="0">
              <a:buNone/>
              <a:defRPr sz="2168"/>
            </a:lvl7pPr>
            <a:lvl8pPr marL="3441269" indent="0">
              <a:buNone/>
              <a:defRPr sz="2168"/>
            </a:lvl8pPr>
            <a:lvl9pPr marL="3932878" indent="0">
              <a:buNone/>
              <a:defRPr sz="2168"/>
            </a:lvl9pPr>
          </a:lstStyle>
          <a:p>
            <a:r>
              <a:rPr lang="ko-KR" altLang="en-US" noProof="0" dirty="0"/>
              <a:t>그림을 추가하려면 아이콘을 클릭하십시오</a:t>
            </a:r>
            <a:endParaRPr lang="de-DE" noProof="0" dirty="0"/>
          </a:p>
        </p:txBody>
      </p:sp>
      <p:pic>
        <p:nvPicPr>
          <p:cNvPr id="13" name="Bild 18" descr="Hyundai_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144" y="7138764"/>
            <a:ext cx="1352999" cy="198735"/>
          </a:xfrm>
          <a:prstGeom prst="rect">
            <a:avLst/>
          </a:prstGeom>
        </p:spPr>
      </p:pic>
      <p:sp>
        <p:nvSpPr>
          <p:cNvPr id="14" name="Titel 1"/>
          <p:cNvSpPr>
            <a:spLocks noGrp="1"/>
          </p:cNvSpPr>
          <p:nvPr>
            <p:ph type="ctrTitle" hasCustomPrompt="1"/>
          </p:nvPr>
        </p:nvSpPr>
        <p:spPr>
          <a:xfrm>
            <a:off x="672060" y="1498501"/>
            <a:ext cx="8485600" cy="49222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4311"/>
              </a:lnSpc>
              <a:defRPr sz="3394" baseline="0">
                <a:latin typeface="+mj-lt"/>
              </a:defRPr>
            </a:lvl1pPr>
          </a:lstStyle>
          <a:p>
            <a:r>
              <a:rPr lang="en-US" noProof="0" dirty="0"/>
              <a:t>Standard title headline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78848" y="2817303"/>
            <a:ext cx="8484913" cy="23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131" b="0">
                <a:solidFill>
                  <a:srgbClr val="000000"/>
                </a:solidFill>
                <a:latin typeface="+mn-lt"/>
                <a:ea typeface="+mn-ea"/>
              </a:defRPr>
            </a:lvl1pPr>
            <a:lvl2pPr marL="491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3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7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66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580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49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41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32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Month DD, YY</a:t>
            </a:r>
          </a:p>
        </p:txBody>
      </p:sp>
      <p:sp>
        <p:nvSpPr>
          <p:cNvPr id="16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2060" y="2000250"/>
            <a:ext cx="8485600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ts val="4311"/>
              </a:lnSpc>
              <a:spcBef>
                <a:spcPts val="0"/>
              </a:spcBef>
              <a:defRPr sz="2640" b="0" baseline="0">
                <a:latin typeface="+mn-lt"/>
                <a:ea typeface="현대산스 Head" panose="020B0600000101010101" pitchFamily="50" charset="-127"/>
              </a:defRPr>
            </a:lvl1pPr>
          </a:lstStyle>
          <a:p>
            <a:pPr lvl="0"/>
            <a:r>
              <a:rPr lang="en-US" noProof="0" dirty="0"/>
              <a:t>Optional second line</a:t>
            </a:r>
          </a:p>
        </p:txBody>
      </p:sp>
    </p:spTree>
    <p:extLst>
      <p:ext uri="{BB962C8B-B14F-4D97-AF65-F5344CB8AC3E}">
        <p14:creationId xmlns:p14="http://schemas.microsoft.com/office/powerpoint/2010/main" val="156853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arm San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1"/>
            <a:ext cx="10082213" cy="7561263"/>
          </a:xfrm>
          <a:prstGeom prst="rect">
            <a:avLst/>
          </a:prstGeom>
          <a:solidFill>
            <a:srgbClr val="E4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8326" tIns="49164" rIns="98326" bIns="49164" rtlCol="0" anchor="ctr"/>
          <a:lstStyle/>
          <a:p>
            <a:pPr algn="ctr"/>
            <a:endParaRPr lang="de-DE" sz="1980" noProof="0" dirty="0"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339424" y="1"/>
            <a:ext cx="9402045" cy="640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8326" tIns="49164" rIns="98326" bIns="49164" rtlCol="0" anchor="ctr"/>
          <a:lstStyle/>
          <a:p>
            <a:pPr algn="ctr"/>
            <a:endParaRPr lang="de-DE" sz="1980" dirty="0"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72060" y="1498501"/>
            <a:ext cx="8485600" cy="49222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4311"/>
              </a:lnSpc>
              <a:defRPr sz="3394" baseline="0">
                <a:latin typeface="+mj-lt"/>
              </a:defRPr>
            </a:lvl1pPr>
          </a:lstStyle>
          <a:p>
            <a:r>
              <a:rPr lang="en-US" noProof="0" dirty="0"/>
              <a:t>Standard title headline</a:t>
            </a:r>
          </a:p>
        </p:txBody>
      </p:sp>
      <p:pic>
        <p:nvPicPr>
          <p:cNvPr id="13" name="Bild 18" descr="Hyundai_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144" y="7138764"/>
            <a:ext cx="1352999" cy="198735"/>
          </a:xfrm>
          <a:prstGeom prst="rect">
            <a:avLst/>
          </a:prstGeom>
        </p:spPr>
      </p:pic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78848" y="2817303"/>
            <a:ext cx="8484913" cy="23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131" b="0">
                <a:solidFill>
                  <a:srgbClr val="000000"/>
                </a:solidFill>
                <a:latin typeface="+mn-lt"/>
                <a:ea typeface="현대산스 Head" panose="020B0600000101010101" pitchFamily="50" charset="-127"/>
              </a:defRPr>
            </a:lvl1pPr>
            <a:lvl2pPr marL="491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3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7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66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580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49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41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32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Month DD, YY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2060" y="2000250"/>
            <a:ext cx="8485600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ts val="4311"/>
              </a:lnSpc>
              <a:spcBef>
                <a:spcPts val="0"/>
              </a:spcBef>
              <a:defRPr sz="2640" b="0" baseline="0">
                <a:latin typeface="+mn-lt"/>
                <a:ea typeface="현대산스 Head" panose="020B0600000101010101" pitchFamily="50" charset="-127"/>
              </a:defRPr>
            </a:lvl1pPr>
          </a:lstStyle>
          <a:p>
            <a:pPr lvl="0"/>
            <a:r>
              <a:rPr lang="en-US" noProof="0" dirty="0"/>
              <a:t>Optional second line</a:t>
            </a:r>
          </a:p>
        </p:txBody>
      </p:sp>
    </p:spTree>
    <p:extLst>
      <p:ext uri="{BB962C8B-B14F-4D97-AF65-F5344CB8AC3E}">
        <p14:creationId xmlns:p14="http://schemas.microsoft.com/office/powerpoint/2010/main" val="3450675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idx="13"/>
          </p:nvPr>
        </p:nvSpPr>
        <p:spPr>
          <a:xfrm>
            <a:off x="339424" y="0"/>
            <a:ext cx="9402045" cy="6408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754" b="0" i="0">
                <a:latin typeface="현대산스 Head" panose="020B0600000101010101" pitchFamily="50" charset="-127"/>
              </a:defRPr>
            </a:lvl1pPr>
            <a:lvl2pPr marL="491610" indent="0">
              <a:buNone/>
              <a:defRPr sz="3017"/>
            </a:lvl2pPr>
            <a:lvl3pPr marL="983220" indent="0">
              <a:buNone/>
              <a:defRPr sz="2546"/>
            </a:lvl3pPr>
            <a:lvl4pPr marL="1474830" indent="0">
              <a:buNone/>
              <a:defRPr sz="2168"/>
            </a:lvl4pPr>
            <a:lvl5pPr marL="1966439" indent="0">
              <a:buNone/>
              <a:defRPr sz="2168"/>
            </a:lvl5pPr>
            <a:lvl6pPr marL="2458048" indent="0">
              <a:buNone/>
              <a:defRPr sz="2168"/>
            </a:lvl6pPr>
            <a:lvl7pPr marL="2949659" indent="0">
              <a:buNone/>
              <a:defRPr sz="2168"/>
            </a:lvl7pPr>
            <a:lvl8pPr marL="3441269" indent="0">
              <a:buNone/>
              <a:defRPr sz="2168"/>
            </a:lvl8pPr>
            <a:lvl9pPr marL="3932878" indent="0">
              <a:buNone/>
              <a:defRPr sz="2168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0963" y="865937"/>
            <a:ext cx="8535791" cy="158766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10559" b="0" cap="none">
                <a:latin typeface="+mj-ea"/>
                <a:ea typeface="+mj-ea"/>
              </a:defRPr>
            </a:lvl1pPr>
          </a:lstStyle>
          <a:p>
            <a:r>
              <a:rPr lang="en-US" noProof="0" dirty="0"/>
              <a:t>01.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72059" y="2538504"/>
            <a:ext cx="8496366" cy="1116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394">
                <a:solidFill>
                  <a:srgbClr val="000000"/>
                </a:solidFill>
                <a:latin typeface="+mj-ea"/>
                <a:ea typeface="+mj-ea"/>
              </a:defRPr>
            </a:lvl1pPr>
            <a:lvl2pPr marL="49161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983220" indent="0">
              <a:buNone/>
              <a:defRPr sz="1697">
                <a:solidFill>
                  <a:schemeClr val="tx1">
                    <a:tint val="75000"/>
                  </a:schemeClr>
                </a:solidFill>
              </a:defRPr>
            </a:lvl3pPr>
            <a:lvl4pPr marL="1474830" indent="0">
              <a:buNone/>
              <a:defRPr sz="1508">
                <a:solidFill>
                  <a:schemeClr val="tx1">
                    <a:tint val="75000"/>
                  </a:schemeClr>
                </a:solidFill>
              </a:defRPr>
            </a:lvl4pPr>
            <a:lvl5pPr marL="1966439" indent="0">
              <a:buNone/>
              <a:defRPr sz="1508">
                <a:solidFill>
                  <a:schemeClr val="tx1">
                    <a:tint val="75000"/>
                  </a:schemeClr>
                </a:solidFill>
              </a:defRPr>
            </a:lvl5pPr>
            <a:lvl6pPr marL="2458048" indent="0">
              <a:buNone/>
              <a:defRPr sz="1508">
                <a:solidFill>
                  <a:schemeClr val="tx1">
                    <a:tint val="75000"/>
                  </a:schemeClr>
                </a:solidFill>
              </a:defRPr>
            </a:lvl6pPr>
            <a:lvl7pPr marL="2949659" indent="0">
              <a:buNone/>
              <a:defRPr sz="1508">
                <a:solidFill>
                  <a:schemeClr val="tx1">
                    <a:tint val="75000"/>
                  </a:schemeClr>
                </a:solidFill>
              </a:defRPr>
            </a:lvl7pPr>
            <a:lvl8pPr marL="3441269" indent="0">
              <a:buNone/>
              <a:defRPr sz="1508">
                <a:solidFill>
                  <a:schemeClr val="tx1">
                    <a:tint val="75000"/>
                  </a:schemeClr>
                </a:solidFill>
              </a:defRPr>
            </a:lvl8pPr>
            <a:lvl9pPr marL="3932878" indent="0">
              <a:buNone/>
              <a:defRPr sz="15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noProof="0" dirty="0"/>
              <a:t>텍스트를 입력하시오</a:t>
            </a:r>
            <a:r>
              <a:rPr lang="en-US" altLang="ko-KR" noProof="0" dirty="0"/>
              <a:t>. </a:t>
            </a:r>
            <a:endParaRPr lang="en-US" noProof="0" dirty="0"/>
          </a:p>
        </p:txBody>
      </p:sp>
      <p:sp>
        <p:nvSpPr>
          <p:cNvPr id="5" name="Rechteck 4"/>
          <p:cNvSpPr/>
          <p:nvPr userDrawn="1"/>
        </p:nvSpPr>
        <p:spPr>
          <a:xfrm>
            <a:off x="305482" y="6903157"/>
            <a:ext cx="9469930" cy="6773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de-DE" sz="1980" b="1" dirty="0">
              <a:latin typeface="현대산스 Head" panose="020B0600000101010101" pitchFamily="50" charset="-127"/>
              <a:ea typeface="현대산스 Head" panose="020B0600000101010101" pitchFamily="50" charset="-127"/>
              <a:cs typeface="Hyundai Sans Head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317690-C5EB-F34F-B036-C349E52C6879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6041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/>
          <p:cNvSpPr>
            <a:spLocks noGrp="1"/>
          </p:cNvSpPr>
          <p:nvPr>
            <p:ph type="dt" sz="half" idx="16"/>
          </p:nvPr>
        </p:nvSpPr>
        <p:spPr>
          <a:xfrm>
            <a:off x="1018272" y="7143437"/>
            <a:ext cx="1323754" cy="180000"/>
          </a:xfrm>
          <a:prstGeom prst="rect">
            <a:avLst/>
          </a:prstGeom>
        </p:spPr>
        <p:txBody>
          <a:bodyPr/>
          <a:lstStyle>
            <a:lvl1pPr>
              <a:defRPr sz="849"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8"/>
          </p:nvPr>
        </p:nvSpPr>
        <p:spPr>
          <a:xfrm>
            <a:off x="339424" y="7142400"/>
            <a:ext cx="600780" cy="180000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6" name="Inhaltsplatzhalter 2"/>
          <p:cNvSpPr>
            <a:spLocks noGrp="1"/>
          </p:cNvSpPr>
          <p:nvPr>
            <p:ph idx="1" hasCustomPrompt="1"/>
          </p:nvPr>
        </p:nvSpPr>
        <p:spPr>
          <a:xfrm>
            <a:off x="339423" y="1725613"/>
            <a:ext cx="9402045" cy="1800000"/>
          </a:xfrm>
          <a:prstGeom prst="rect">
            <a:avLst/>
          </a:prstGeom>
        </p:spPr>
        <p:txBody>
          <a:bodyPr/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latin typeface="+mj-ea"/>
                <a:ea typeface="+mj-ea"/>
              </a:defRPr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>
                <a:latin typeface="+mn-ea"/>
                <a:ea typeface="+mn-ea"/>
              </a:defRPr>
            </a:lvl2pPr>
            <a:lvl3pPr marL="268132" indent="-268132">
              <a:buFont typeface="Arial" panose="020B0604020202020204" pitchFamily="34" charset="0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268132" indent="-268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268132" indent="-268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 </a:t>
            </a:r>
            <a:r>
              <a:rPr lang="en-US" altLang="ko-KR" noProof="0" dirty="0"/>
              <a:t>option1 </a:t>
            </a:r>
            <a:r>
              <a:rPr lang="en-US" noProof="0" dirty="0"/>
              <a:t>: 20pt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</p:txBody>
      </p:sp>
      <p:sp>
        <p:nvSpPr>
          <p:cNvPr id="17" name="Inhaltsplatzhalter 2"/>
          <p:cNvSpPr>
            <a:spLocks noGrp="1"/>
          </p:cNvSpPr>
          <p:nvPr>
            <p:ph idx="14" hasCustomPrompt="1"/>
          </p:nvPr>
        </p:nvSpPr>
        <p:spPr>
          <a:xfrm>
            <a:off x="339424" y="3617357"/>
            <a:ext cx="9402045" cy="1620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14">
                <a:latin typeface="+mj-ea"/>
                <a:ea typeface="+mj-ea"/>
              </a:defRPr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14">
                <a:latin typeface="+mn-ea"/>
                <a:ea typeface="+mn-ea"/>
              </a:defRPr>
            </a:lvl2pPr>
            <a:lvl3pPr marL="166310" indent="-166310">
              <a:lnSpc>
                <a:spcPct val="100000"/>
              </a:lnSpc>
              <a:buFont typeface="Arial" panose="020B0604020202020204" pitchFamily="34" charset="0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lnSpc>
                <a:spcPct val="100000"/>
              </a:lnSpc>
              <a:buFont typeface="Arial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lnSpc>
                <a:spcPct val="100000"/>
              </a:lnSpc>
              <a:buFont typeface="Arial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9675" marR="0" lvl="0" indent="-189675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</a:t>
            </a:r>
            <a:r>
              <a:rPr lang="en-US" noProof="0" dirty="0"/>
              <a:t> option2 : 15pt </a:t>
            </a:r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  <a:p>
            <a:pPr lvl="1"/>
            <a:endParaRPr lang="en-US" altLang="ko-KR" noProof="0" dirty="0"/>
          </a:p>
        </p:txBody>
      </p:sp>
      <p:sp>
        <p:nvSpPr>
          <p:cNvPr id="18" name="Inhaltsplatzhalter 2"/>
          <p:cNvSpPr>
            <a:spLocks noGrp="1"/>
          </p:cNvSpPr>
          <p:nvPr>
            <p:ph idx="15" hasCustomPrompt="1"/>
          </p:nvPr>
        </p:nvSpPr>
        <p:spPr>
          <a:xfrm>
            <a:off x="340403" y="5329100"/>
            <a:ext cx="9402045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ts val="317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6">
                <a:latin typeface="+mj-ea"/>
                <a:ea typeface="+mj-ea"/>
              </a:defRPr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226">
                <a:latin typeface="+mn-ea"/>
                <a:ea typeface="+mn-ea"/>
              </a:defRPr>
            </a:lvl2pPr>
            <a:lvl3pPr marL="166310" indent="-166310">
              <a:spcBef>
                <a:spcPts val="317"/>
              </a:spcBef>
              <a:buFont typeface="Arial" panose="020B0604020202020204" pitchFamily="34" charset="0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spcBef>
                <a:spcPts val="317"/>
              </a:spcBef>
              <a:buFont typeface="Arial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spcBef>
                <a:spcPts val="317"/>
              </a:spcBef>
              <a:buFont typeface="Arial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9675" marR="0" lvl="0" indent="-189675" algn="l" defTabSz="491610" rtl="0" eaLnBrk="1" fontAlgn="auto" latinLnBrk="0" hangingPunct="1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</a:t>
            </a:r>
            <a:r>
              <a:rPr lang="en-US" noProof="0" dirty="0"/>
              <a:t> option3 : 13pt </a:t>
            </a:r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23" name="Textplatzhalt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332636" y="754126"/>
            <a:ext cx="9402681" cy="600013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lt"/>
                <a:ea typeface="현대산스 Hea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소제목 및 본문</a:t>
            </a:r>
            <a:endParaRPr lang="de-DE" dirty="0"/>
          </a:p>
        </p:txBody>
      </p:sp>
      <p:sp>
        <p:nvSpPr>
          <p:cNvPr id="24" name="Titelplatzhalter 1"/>
          <p:cNvSpPr>
            <a:spLocks noGrp="1"/>
          </p:cNvSpPr>
          <p:nvPr>
            <p:ph type="title"/>
          </p:nvPr>
        </p:nvSpPr>
        <p:spPr>
          <a:xfrm>
            <a:off x="332636" y="238680"/>
            <a:ext cx="9402045" cy="30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150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8pt,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25"/>
          </p:nvPr>
        </p:nvSpPr>
        <p:spPr>
          <a:xfrm>
            <a:off x="1018272" y="7143437"/>
            <a:ext cx="1323754" cy="180000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7"/>
          </p:nvPr>
        </p:nvSpPr>
        <p:spPr>
          <a:xfrm>
            <a:off x="339424" y="7142400"/>
            <a:ext cx="600780" cy="180000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platzhalt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332636" y="754126"/>
            <a:ext cx="9402681" cy="600013"/>
          </a:xfrm>
          <a:prstGeom prst="rect">
            <a:avLst/>
          </a:prstGeom>
        </p:spPr>
        <p:txBody>
          <a:bodyPr/>
          <a:lstStyle>
            <a:lvl1pPr marL="0" marR="0" indent="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latin typeface="+mn-ea"/>
                <a:ea typeface="+mn-ea"/>
              </a:defRPr>
            </a:lvl1pPr>
          </a:lstStyle>
          <a:p>
            <a:pPr marL="0" marR="0" lvl="0" indent="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소제목 및 본문</a:t>
            </a:r>
            <a:endParaRPr lang="de-DE" altLang="ko-KR" dirty="0"/>
          </a:p>
          <a:p>
            <a:pPr lvl="0"/>
            <a:endParaRPr lang="de-DE" dirty="0"/>
          </a:p>
        </p:txBody>
      </p:sp>
      <p:sp>
        <p:nvSpPr>
          <p:cNvPr id="15" name="Inhaltsplatzhalter 2"/>
          <p:cNvSpPr>
            <a:spLocks noGrp="1"/>
          </p:cNvSpPr>
          <p:nvPr>
            <p:ph idx="15" hasCustomPrompt="1"/>
          </p:nvPr>
        </p:nvSpPr>
        <p:spPr>
          <a:xfrm>
            <a:off x="339423" y="1728000"/>
            <a:ext cx="4605984" cy="1800000"/>
          </a:xfrm>
          <a:prstGeom prst="rect">
            <a:avLst/>
          </a:prstGeom>
        </p:spPr>
        <p:txBody>
          <a:bodyPr/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ea"/>
                <a:ea typeface="+mj-ea"/>
              </a:defRPr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>
                <a:latin typeface="+mn-ea"/>
                <a:ea typeface="+mn-ea"/>
              </a:defRPr>
            </a:lvl2pPr>
            <a:lvl3pPr marL="268132" indent="-268132">
              <a:buFont typeface="Arial" panose="020B0604020202020204" pitchFamily="34" charset="0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268132" indent="-268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268132" indent="-268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 </a:t>
            </a:r>
            <a:r>
              <a:rPr lang="en-US" noProof="0" dirty="0"/>
              <a:t>option1 : 20pt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18" name="Inhaltsplatzhalter 2"/>
          <p:cNvSpPr>
            <a:spLocks noGrp="1"/>
          </p:cNvSpPr>
          <p:nvPr>
            <p:ph idx="17" hasCustomPrompt="1"/>
          </p:nvPr>
        </p:nvSpPr>
        <p:spPr>
          <a:xfrm>
            <a:off x="339425" y="5329100"/>
            <a:ext cx="4604393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6" baseline="0"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226" baseline="0">
                <a:latin typeface="+mn-ea"/>
                <a:ea typeface="+mn-ea"/>
              </a:defRPr>
            </a:lvl2pPr>
            <a:lvl3pPr marL="166310" indent="-166310">
              <a:spcBef>
                <a:spcPts val="317"/>
              </a:spcBef>
              <a:buFont typeface="Arial" panose="020B0604020202020204" pitchFamily="34" charset="0"/>
              <a:buChar char="•"/>
              <a:defRPr sz="1226" baseline="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spcBef>
                <a:spcPts val="317"/>
              </a:spcBef>
              <a:buFont typeface="Arial"/>
              <a:buChar char="•"/>
              <a:defRPr sz="1226" baseline="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spcBef>
                <a:spcPts val="317"/>
              </a:spcBef>
              <a:buFont typeface="Arial"/>
              <a:buChar char="•"/>
              <a:defRPr sz="1226" baseline="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 </a:t>
            </a:r>
            <a:r>
              <a:rPr lang="en-US" altLang="ko-KR" noProof="0" dirty="0"/>
              <a:t>option3 : 13pt </a:t>
            </a:r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20" name="Inhaltsplatzhalter 2"/>
          <p:cNvSpPr>
            <a:spLocks noGrp="1"/>
          </p:cNvSpPr>
          <p:nvPr>
            <p:ph idx="18" hasCustomPrompt="1"/>
          </p:nvPr>
        </p:nvSpPr>
        <p:spPr>
          <a:xfrm>
            <a:off x="5138878" y="1728000"/>
            <a:ext cx="4605984" cy="1800000"/>
          </a:xfrm>
          <a:prstGeom prst="rect">
            <a:avLst/>
          </a:prstGeom>
        </p:spPr>
        <p:txBody>
          <a:bodyPr/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ea"/>
                <a:ea typeface="+mj-ea"/>
              </a:defRPr>
            </a:lvl1pPr>
            <a:lvl2pPr marL="0" marR="0" indent="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latin typeface="+mn-ea"/>
                <a:ea typeface="+mn-ea"/>
              </a:defRPr>
            </a:lvl2pPr>
            <a:lvl3pPr marL="268132" indent="-268132">
              <a:buFont typeface="Arial" panose="020B0604020202020204" pitchFamily="34" charset="0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268132" indent="-268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268132" indent="-268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 </a:t>
            </a:r>
            <a:r>
              <a:rPr lang="en-US" altLang="ko-KR" noProof="0" dirty="0"/>
              <a:t>option1 : 20pt </a:t>
            </a:r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altLang="ko-KR" noProof="0" dirty="0"/>
          </a:p>
        </p:txBody>
      </p:sp>
      <p:sp>
        <p:nvSpPr>
          <p:cNvPr id="21" name="Inhaltsplatzhalter 2"/>
          <p:cNvSpPr>
            <a:spLocks noGrp="1"/>
          </p:cNvSpPr>
          <p:nvPr>
            <p:ph idx="20" hasCustomPrompt="1"/>
          </p:nvPr>
        </p:nvSpPr>
        <p:spPr>
          <a:xfrm>
            <a:off x="5138878" y="5329100"/>
            <a:ext cx="4605984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6"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226">
                <a:latin typeface="+mn-ea"/>
                <a:ea typeface="+mn-ea"/>
              </a:defRPr>
            </a:lvl2pPr>
            <a:lvl3pPr marL="166310" indent="-166310">
              <a:spcBef>
                <a:spcPts val="317"/>
              </a:spcBef>
              <a:buFont typeface="Arial" panose="020B0604020202020204" pitchFamily="34" charset="0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spcBef>
                <a:spcPts val="317"/>
              </a:spcBef>
              <a:buFont typeface="Arial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spcBef>
                <a:spcPts val="317"/>
              </a:spcBef>
              <a:buFont typeface="Arial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 </a:t>
            </a:r>
            <a:r>
              <a:rPr lang="en-US" altLang="ko-KR" noProof="0" dirty="0"/>
              <a:t>option3 : 13pt </a:t>
            </a:r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23" name="Inhaltsplatzhalter 2"/>
          <p:cNvSpPr>
            <a:spLocks noGrp="1"/>
          </p:cNvSpPr>
          <p:nvPr>
            <p:ph idx="14" hasCustomPrompt="1"/>
          </p:nvPr>
        </p:nvSpPr>
        <p:spPr>
          <a:xfrm>
            <a:off x="339424" y="3618550"/>
            <a:ext cx="4605984" cy="1620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14"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14">
                <a:latin typeface="+mn-ea"/>
                <a:ea typeface="+mn-ea"/>
              </a:defRPr>
            </a:lvl2pPr>
            <a:lvl3pPr marL="166310" indent="-166310">
              <a:lnSpc>
                <a:spcPct val="100000"/>
              </a:lnSpc>
              <a:buFont typeface="Arial" panose="020B0604020202020204" pitchFamily="34" charset="0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lnSpc>
                <a:spcPct val="100000"/>
              </a:lnSpc>
              <a:buFont typeface="Arial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lnSpc>
                <a:spcPct val="100000"/>
              </a:lnSpc>
              <a:buFont typeface="Arial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 </a:t>
            </a:r>
            <a:r>
              <a:rPr lang="en-US" altLang="ko-KR" noProof="0" dirty="0"/>
              <a:t>option2 : 15pt </a:t>
            </a:r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24" name="Inhaltsplatzhalter 2"/>
          <p:cNvSpPr>
            <a:spLocks noGrp="1"/>
          </p:cNvSpPr>
          <p:nvPr>
            <p:ph idx="24" hasCustomPrompt="1"/>
          </p:nvPr>
        </p:nvSpPr>
        <p:spPr>
          <a:xfrm>
            <a:off x="5138879" y="3618550"/>
            <a:ext cx="4605984" cy="1620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14"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14">
                <a:latin typeface="+mn-ea"/>
                <a:ea typeface="+mn-ea"/>
              </a:defRPr>
            </a:lvl2pPr>
            <a:lvl3pPr marL="166310" indent="-166310">
              <a:lnSpc>
                <a:spcPct val="100000"/>
              </a:lnSpc>
              <a:buFont typeface="Arial" panose="020B0604020202020204" pitchFamily="34" charset="0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lnSpc>
                <a:spcPct val="100000"/>
              </a:lnSpc>
              <a:buFont typeface="Arial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lnSpc>
                <a:spcPct val="100000"/>
              </a:lnSpc>
              <a:buFont typeface="Arial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 </a:t>
            </a:r>
            <a:r>
              <a:rPr lang="en-US" altLang="ko-KR" noProof="0" dirty="0"/>
              <a:t>option2 : 15pt </a:t>
            </a:r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27" name="Titelplatzhalter 1"/>
          <p:cNvSpPr>
            <a:spLocks noGrp="1"/>
          </p:cNvSpPr>
          <p:nvPr>
            <p:ph type="title"/>
          </p:nvPr>
        </p:nvSpPr>
        <p:spPr>
          <a:xfrm>
            <a:off x="332636" y="238680"/>
            <a:ext cx="9402045" cy="30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875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>
          <a:xfrm>
            <a:off x="1018272" y="7143437"/>
            <a:ext cx="1323754" cy="180000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6"/>
          </p:nvPr>
        </p:nvSpPr>
        <p:spPr>
          <a:xfrm>
            <a:off x="339424" y="7142400"/>
            <a:ext cx="600780" cy="180000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Textplatzhalt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332636" y="754126"/>
            <a:ext cx="9402681" cy="600013"/>
          </a:xfr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소제목 및 본문</a:t>
            </a:r>
            <a:endParaRPr lang="de-DE" altLang="ko-KR" dirty="0"/>
          </a:p>
        </p:txBody>
      </p:sp>
      <p:sp>
        <p:nvSpPr>
          <p:cNvPr id="12" name="Titelplatzhalter 1"/>
          <p:cNvSpPr>
            <a:spLocks noGrp="1"/>
          </p:cNvSpPr>
          <p:nvPr>
            <p:ph type="title"/>
          </p:nvPr>
        </p:nvSpPr>
        <p:spPr>
          <a:xfrm>
            <a:off x="332636" y="238680"/>
            <a:ext cx="9402045" cy="30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402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5"/>
          </p:nvPr>
        </p:nvSpPr>
        <p:spPr>
          <a:xfrm>
            <a:off x="1018272" y="7143437"/>
            <a:ext cx="1323754" cy="180000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7"/>
          </p:nvPr>
        </p:nvSpPr>
        <p:spPr>
          <a:xfrm>
            <a:off x="339424" y="7142400"/>
            <a:ext cx="600780" cy="180000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>
          <a:xfrm>
            <a:off x="0" y="1725613"/>
            <a:ext cx="9742448" cy="504348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54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 dirty="0"/>
              <a:t>그림을 추가하려면 아이콘을 클릭하십시오</a:t>
            </a:r>
            <a:endParaRPr lang="de-DE" dirty="0"/>
          </a:p>
        </p:txBody>
      </p:sp>
      <p:sp>
        <p:nvSpPr>
          <p:cNvPr id="10" name="Textplatzhalt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332636" y="754126"/>
            <a:ext cx="9402681" cy="600013"/>
          </a:xfr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소제목 및 본문</a:t>
            </a:r>
            <a:endParaRPr lang="de-DE" altLang="ko-KR" dirty="0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332636" y="238680"/>
            <a:ext cx="9402045" cy="30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1239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7"/>
          </p:nvPr>
        </p:nvSpPr>
        <p:spPr>
          <a:xfrm>
            <a:off x="1018272" y="7143437"/>
            <a:ext cx="1323754" cy="180000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9"/>
          </p:nvPr>
        </p:nvSpPr>
        <p:spPr>
          <a:xfrm>
            <a:off x="339424" y="7142400"/>
            <a:ext cx="600780" cy="180000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0" y="1716089"/>
            <a:ext cx="6542363" cy="504348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754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 dirty="0"/>
              <a:t>그림을 추가하려면 아이콘을 클릭하십시오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5"/>
          </p:nvPr>
        </p:nvSpPr>
        <p:spPr>
          <a:xfrm>
            <a:off x="6738438" y="1716088"/>
            <a:ext cx="3004010" cy="243493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54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 dirty="0"/>
              <a:t>그림을 추가하려면 아이콘을 클릭하십시오</a:t>
            </a:r>
            <a:endParaRPr lang="de-DE" dirty="0"/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738439" y="4339101"/>
            <a:ext cx="3004010" cy="242047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54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 dirty="0"/>
              <a:t>그림을 추가하려면 아이콘을 클릭하십시오</a:t>
            </a:r>
            <a:endParaRPr lang="de-DE" dirty="0"/>
          </a:p>
        </p:txBody>
      </p:sp>
      <p:sp>
        <p:nvSpPr>
          <p:cNvPr id="14" name="Textplatzhalt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332636" y="754126"/>
            <a:ext cx="9402681" cy="600013"/>
          </a:xfr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소제목 및 본문</a:t>
            </a:r>
            <a:endParaRPr lang="de-DE" altLang="ko-KR" dirty="0"/>
          </a:p>
        </p:txBody>
      </p:sp>
      <p:sp>
        <p:nvSpPr>
          <p:cNvPr id="15" name="Titelplatzhalter 1"/>
          <p:cNvSpPr>
            <a:spLocks noGrp="1"/>
          </p:cNvSpPr>
          <p:nvPr>
            <p:ph type="title"/>
          </p:nvPr>
        </p:nvSpPr>
        <p:spPr>
          <a:xfrm>
            <a:off x="332636" y="238680"/>
            <a:ext cx="9402045" cy="30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859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1_Text_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21"/>
          </p:nvPr>
        </p:nvSpPr>
        <p:spPr>
          <a:xfrm>
            <a:off x="1018272" y="7143437"/>
            <a:ext cx="1323754" cy="180000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3"/>
          </p:nvPr>
        </p:nvSpPr>
        <p:spPr>
          <a:xfrm>
            <a:off x="339424" y="7142400"/>
            <a:ext cx="600780" cy="180000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6" name="Textplatzhalter 19"/>
          <p:cNvSpPr>
            <a:spLocks noGrp="1"/>
          </p:cNvSpPr>
          <p:nvPr>
            <p:ph type="body" sz="quarter" idx="24" hasCustomPrompt="1"/>
          </p:nvPr>
        </p:nvSpPr>
        <p:spPr>
          <a:xfrm>
            <a:off x="332636" y="754126"/>
            <a:ext cx="9402681" cy="600013"/>
          </a:xfrm>
        </p:spPr>
        <p:txBody>
          <a:bodyPr/>
          <a:lstStyle>
            <a:lvl1pPr marL="0" marR="0" indent="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latin typeface="+mn-ea"/>
                <a:ea typeface="+mn-ea"/>
              </a:defRPr>
            </a:lvl1pPr>
          </a:lstStyle>
          <a:p>
            <a:pPr marL="0" marR="0" lvl="0" indent="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소제목 및 본문</a:t>
            </a:r>
            <a:endParaRPr lang="de-DE" altLang="ko-KR" dirty="0"/>
          </a:p>
          <a:p>
            <a:pPr lvl="0"/>
            <a:r>
              <a:rPr lang="ko-KR" altLang="en-US" dirty="0"/>
              <a:t> </a:t>
            </a:r>
            <a:endParaRPr lang="de-DE" dirty="0"/>
          </a:p>
        </p:txBody>
      </p:sp>
      <p:sp>
        <p:nvSpPr>
          <p:cNvPr id="17" name="Titelplatzhalter 1"/>
          <p:cNvSpPr>
            <a:spLocks noGrp="1"/>
          </p:cNvSpPr>
          <p:nvPr>
            <p:ph type="title"/>
          </p:nvPr>
        </p:nvSpPr>
        <p:spPr>
          <a:xfrm>
            <a:off x="332636" y="238680"/>
            <a:ext cx="9402045" cy="30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 dirty="0"/>
          </a:p>
        </p:txBody>
      </p:sp>
      <p:sp>
        <p:nvSpPr>
          <p:cNvPr id="33" name="Inhaltsplatzhalter 2"/>
          <p:cNvSpPr>
            <a:spLocks noGrp="1"/>
          </p:cNvSpPr>
          <p:nvPr>
            <p:ph idx="18" hasCustomPrompt="1"/>
          </p:nvPr>
        </p:nvSpPr>
        <p:spPr>
          <a:xfrm>
            <a:off x="6738438" y="1711643"/>
            <a:ext cx="3004009" cy="1800000"/>
          </a:xfrm>
          <a:prstGeom prst="rect">
            <a:avLst/>
          </a:prstGeom>
        </p:spPr>
        <p:txBody>
          <a:bodyPr/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</a:defRPr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>
                <a:latin typeface="+mn-ea"/>
                <a:ea typeface="+mn-ea"/>
              </a:defRPr>
            </a:lvl2pPr>
            <a:lvl3pPr marL="268132" indent="-268132">
              <a:buFont typeface="Arial" panose="020B0604020202020204" pitchFamily="34" charset="0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268132" indent="-268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268132" indent="-268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 </a:t>
            </a:r>
            <a:r>
              <a:rPr lang="en-US" altLang="ko-KR" noProof="0" dirty="0"/>
              <a:t>option1 : 20 </a:t>
            </a:r>
            <a:r>
              <a:rPr lang="en-US" altLang="ko-KR" noProof="0" dirty="0" err="1"/>
              <a:t>pt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34" name="Inhaltsplatzhalter 2"/>
          <p:cNvSpPr>
            <a:spLocks noGrp="1"/>
          </p:cNvSpPr>
          <p:nvPr>
            <p:ph idx="19" hasCustomPrompt="1"/>
          </p:nvPr>
        </p:nvSpPr>
        <p:spPr>
          <a:xfrm>
            <a:off x="6738439" y="3606561"/>
            <a:ext cx="3004009" cy="1620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ts val="317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14"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14">
                <a:latin typeface="+mn-ea"/>
                <a:ea typeface="+mn-ea"/>
              </a:defRPr>
            </a:lvl2pPr>
            <a:lvl3pPr marL="166310" indent="-166310">
              <a:spcBef>
                <a:spcPts val="317"/>
              </a:spcBef>
              <a:buFont typeface="Arial" panose="020B0604020202020204" pitchFamily="34" charset="0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spcBef>
                <a:spcPts val="317"/>
              </a:spcBef>
              <a:buFont typeface="Arial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spcBef>
                <a:spcPts val="317"/>
              </a:spcBef>
              <a:buFont typeface="Arial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9675" marR="0" lvl="0" indent="-189675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</a:t>
            </a:r>
            <a:r>
              <a:rPr lang="en-US" noProof="0" dirty="0"/>
              <a:t> option2 : 15 </a:t>
            </a:r>
            <a:r>
              <a:rPr lang="en-US" noProof="0" dirty="0" err="1"/>
              <a:t>pt</a:t>
            </a:r>
            <a:endParaRPr lang="en-US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35" name="Inhaltsplatzhalter 2"/>
          <p:cNvSpPr>
            <a:spLocks noGrp="1"/>
          </p:cNvSpPr>
          <p:nvPr>
            <p:ph idx="20" hasCustomPrompt="1"/>
          </p:nvPr>
        </p:nvSpPr>
        <p:spPr>
          <a:xfrm>
            <a:off x="6738439" y="5321480"/>
            <a:ext cx="3004009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ts val="317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6"/>
            </a:lvl1pPr>
            <a:lvl2pPr marL="0" marR="0" indent="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26">
                <a:latin typeface="+mn-ea"/>
                <a:ea typeface="+mn-ea"/>
              </a:defRPr>
            </a:lvl2pPr>
            <a:lvl3pPr marL="166310" indent="-166310">
              <a:spcBef>
                <a:spcPts val="317"/>
              </a:spcBef>
              <a:buFont typeface="Arial" panose="020B0604020202020204" pitchFamily="34" charset="0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spcBef>
                <a:spcPts val="317"/>
              </a:spcBef>
              <a:buFont typeface="Arial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spcBef>
                <a:spcPts val="317"/>
              </a:spcBef>
              <a:buFont typeface="Arial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9675" marR="0" lvl="0" indent="-189675" algn="l" defTabSz="491610" rtl="0" eaLnBrk="1" fontAlgn="auto" latinLnBrk="0" hangingPunct="1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</a:t>
            </a:r>
            <a:r>
              <a:rPr lang="en-US" noProof="0" dirty="0"/>
              <a:t> option3 : 13 </a:t>
            </a:r>
            <a:r>
              <a:rPr lang="en-US" noProof="0" dirty="0" err="1"/>
              <a:t>pt</a:t>
            </a:r>
            <a:endParaRPr lang="en-US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altLang="ko-KR" noProof="0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4"/>
          </p:nvPr>
        </p:nvSpPr>
        <p:spPr>
          <a:xfrm>
            <a:off x="0" y="1716089"/>
            <a:ext cx="6542363" cy="504348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754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 dirty="0"/>
              <a:t>그림을 추가하려면 아이콘을 클릭하십시오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61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s_3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24"/>
          </p:nvPr>
        </p:nvSpPr>
        <p:spPr>
          <a:xfrm>
            <a:off x="1018272" y="7143437"/>
            <a:ext cx="1323754" cy="180000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6"/>
          </p:nvPr>
        </p:nvSpPr>
        <p:spPr>
          <a:xfrm>
            <a:off x="339424" y="7142400"/>
            <a:ext cx="600780" cy="180000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14"/>
          </p:nvPr>
        </p:nvSpPr>
        <p:spPr>
          <a:xfrm>
            <a:off x="0" y="1717993"/>
            <a:ext cx="4143047" cy="504348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54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 dirty="0"/>
              <a:t>그림을 추가하려면 아이콘을 클릭하십시오</a:t>
            </a:r>
            <a:endParaRPr lang="de-DE" dirty="0"/>
          </a:p>
        </p:txBody>
      </p:sp>
      <p:sp>
        <p:nvSpPr>
          <p:cNvPr id="15" name="Inhaltsplatzhalter 2"/>
          <p:cNvSpPr>
            <a:spLocks noGrp="1"/>
          </p:cNvSpPr>
          <p:nvPr>
            <p:ph idx="18" hasCustomPrompt="1"/>
          </p:nvPr>
        </p:nvSpPr>
        <p:spPr>
          <a:xfrm>
            <a:off x="4337627" y="1711643"/>
            <a:ext cx="5404820" cy="1800000"/>
          </a:xfrm>
          <a:prstGeom prst="rect">
            <a:avLst/>
          </a:prstGeom>
        </p:spPr>
        <p:txBody>
          <a:bodyPr/>
          <a:lstStyle>
            <a:lvl1pPr marL="0" marR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>
                <a:latin typeface="+mn-ea"/>
                <a:ea typeface="+mn-ea"/>
              </a:defRPr>
            </a:lvl2pPr>
            <a:lvl3pPr marL="268132" indent="-268132">
              <a:buFont typeface="Arial" panose="020B0604020202020204" pitchFamily="34" charset="0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268132" indent="-268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268132" indent="-268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 </a:t>
            </a:r>
            <a:r>
              <a:rPr lang="en-US" altLang="ko-KR" noProof="0" dirty="0"/>
              <a:t>option1 : 20 </a:t>
            </a:r>
            <a:r>
              <a:rPr lang="en-US" altLang="ko-KR" noProof="0" dirty="0" err="1"/>
              <a:t>pt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16" name="Inhaltsplatzhalter 2"/>
          <p:cNvSpPr>
            <a:spLocks noGrp="1"/>
          </p:cNvSpPr>
          <p:nvPr>
            <p:ph idx="27" hasCustomPrompt="1"/>
          </p:nvPr>
        </p:nvSpPr>
        <p:spPr>
          <a:xfrm>
            <a:off x="4337628" y="3606561"/>
            <a:ext cx="5404820" cy="1620000"/>
          </a:xfrm>
          <a:prstGeom prst="rect">
            <a:avLst/>
          </a:prstGeom>
        </p:spPr>
        <p:txBody>
          <a:bodyPr>
            <a:normAutofit/>
          </a:bodyPr>
          <a:lstStyle>
            <a:lvl1pPr marL="189675" marR="0" indent="-189675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14"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14">
                <a:latin typeface="+mn-ea"/>
                <a:ea typeface="+mn-ea"/>
              </a:defRPr>
            </a:lvl2pPr>
            <a:lvl3pPr marL="166310" indent="-166310">
              <a:spcBef>
                <a:spcPts val="317"/>
              </a:spcBef>
              <a:buFont typeface="Arial" panose="020B0604020202020204" pitchFamily="34" charset="0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spcBef>
                <a:spcPts val="317"/>
              </a:spcBef>
              <a:buFont typeface="Arial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spcBef>
                <a:spcPts val="317"/>
              </a:spcBef>
              <a:buFont typeface="Arial"/>
              <a:buChar char="•"/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9675" marR="0" lvl="0" indent="-189675" algn="l" defTabSz="491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</a:t>
            </a:r>
            <a:r>
              <a:rPr lang="en-US" altLang="ko-KR" noProof="0" dirty="0"/>
              <a:t> option2 : 15 </a:t>
            </a:r>
            <a:r>
              <a:rPr lang="en-US" altLang="ko-KR" noProof="0" dirty="0" err="1"/>
              <a:t>pt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17" name="Inhaltsplatzhalter 2"/>
          <p:cNvSpPr>
            <a:spLocks noGrp="1"/>
          </p:cNvSpPr>
          <p:nvPr>
            <p:ph idx="20" hasCustomPrompt="1"/>
          </p:nvPr>
        </p:nvSpPr>
        <p:spPr>
          <a:xfrm>
            <a:off x="4337628" y="5321480"/>
            <a:ext cx="5404820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189675" marR="0" indent="-189675" algn="l" defTabSz="491610" rtl="0" eaLnBrk="1" fontAlgn="auto" latinLnBrk="0" hangingPunct="1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6" baseline="0"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226">
                <a:latin typeface="+mn-ea"/>
                <a:ea typeface="+mn-ea"/>
              </a:defRPr>
            </a:lvl2pPr>
            <a:lvl3pPr marL="166310" indent="-166310">
              <a:spcBef>
                <a:spcPts val="317"/>
              </a:spcBef>
              <a:buFont typeface="Arial" panose="020B0604020202020204" pitchFamily="34" charset="0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spcBef>
                <a:spcPts val="317"/>
              </a:spcBef>
              <a:buFont typeface="Arial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spcBef>
                <a:spcPts val="317"/>
              </a:spcBef>
              <a:buFont typeface="Arial"/>
              <a:buChar char="•"/>
              <a:defRPr sz="1226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9675" marR="0" lvl="0" indent="-189675" algn="l" defTabSz="491610" rtl="0" eaLnBrk="1" fontAlgn="auto" latinLnBrk="0" hangingPunct="1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/>
              <a:t>소제목</a:t>
            </a:r>
            <a:r>
              <a:rPr lang="en-US" altLang="ko-KR" noProof="0" dirty="0"/>
              <a:t> option3 : 13 </a:t>
            </a:r>
            <a:r>
              <a:rPr lang="en-US" altLang="ko-KR" noProof="0" dirty="0" err="1"/>
              <a:t>pt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23" name="Textplatzhalter 19"/>
          <p:cNvSpPr>
            <a:spLocks noGrp="1"/>
          </p:cNvSpPr>
          <p:nvPr>
            <p:ph type="body" sz="quarter" idx="28" hasCustomPrompt="1"/>
          </p:nvPr>
        </p:nvSpPr>
        <p:spPr>
          <a:xfrm>
            <a:off x="332636" y="754126"/>
            <a:ext cx="9402681" cy="600013"/>
          </a:xfr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소제목 및 본문</a:t>
            </a:r>
            <a:endParaRPr lang="de-DE" altLang="ko-KR" dirty="0"/>
          </a:p>
        </p:txBody>
      </p:sp>
      <p:sp>
        <p:nvSpPr>
          <p:cNvPr id="24" name="Titelplatzhalter 1"/>
          <p:cNvSpPr>
            <a:spLocks noGrp="1"/>
          </p:cNvSpPr>
          <p:nvPr>
            <p:ph type="title"/>
          </p:nvPr>
        </p:nvSpPr>
        <p:spPr>
          <a:xfrm>
            <a:off x="332636" y="238680"/>
            <a:ext cx="9402045" cy="30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8158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Images_3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24"/>
          </p:nvPr>
        </p:nvSpPr>
        <p:spPr>
          <a:xfrm>
            <a:off x="1018272" y="7143437"/>
            <a:ext cx="1323754" cy="180000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6"/>
          </p:nvPr>
        </p:nvSpPr>
        <p:spPr>
          <a:xfrm>
            <a:off x="339424" y="7142400"/>
            <a:ext cx="600780" cy="180000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14"/>
          </p:nvPr>
        </p:nvSpPr>
        <p:spPr>
          <a:xfrm>
            <a:off x="339766" y="1716089"/>
            <a:ext cx="3004008" cy="216952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54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 dirty="0"/>
              <a:t>그림을 추가하려면 아이콘을 클릭하십시오</a:t>
            </a:r>
            <a:endParaRPr lang="de-DE" dirty="0"/>
          </a:p>
        </p:txBody>
      </p:sp>
      <p:sp>
        <p:nvSpPr>
          <p:cNvPr id="15" name="Textplatzhalter 8"/>
          <p:cNvSpPr>
            <a:spLocks noGrp="1"/>
          </p:cNvSpPr>
          <p:nvPr>
            <p:ph type="body" sz="quarter" idx="17" hasCustomPrompt="1"/>
          </p:nvPr>
        </p:nvSpPr>
        <p:spPr>
          <a:xfrm>
            <a:off x="339424" y="4069100"/>
            <a:ext cx="3003902" cy="270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14"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14">
                <a:latin typeface="+mn-ea"/>
                <a:ea typeface="+mn-ea"/>
              </a:defRPr>
            </a:lvl2pPr>
            <a:lvl3pPr marL="166310" indent="-166310"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lvl="0"/>
            <a:r>
              <a:rPr lang="ko-KR" altLang="en-US" noProof="0" dirty="0"/>
              <a:t>소제목 </a:t>
            </a:r>
            <a:r>
              <a:rPr lang="en-US" altLang="ko-KR" noProof="0" dirty="0"/>
              <a:t>15pt</a:t>
            </a:r>
            <a:endParaRPr lang="en-US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16" name="Bildplatzhalter 7"/>
          <p:cNvSpPr>
            <a:spLocks noGrp="1"/>
          </p:cNvSpPr>
          <p:nvPr>
            <p:ph type="pic" sz="quarter" idx="20"/>
          </p:nvPr>
        </p:nvSpPr>
        <p:spPr>
          <a:xfrm>
            <a:off x="3541346" y="1716089"/>
            <a:ext cx="3003902" cy="216952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54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 dirty="0"/>
              <a:t>그림을 추가하려면 아이콘을 클릭하십시오</a:t>
            </a:r>
            <a:endParaRPr lang="de-DE" dirty="0"/>
          </a:p>
        </p:txBody>
      </p:sp>
      <p:sp>
        <p:nvSpPr>
          <p:cNvPr id="17" name="Bildplatzhalter 7"/>
          <p:cNvSpPr>
            <a:spLocks noGrp="1"/>
          </p:cNvSpPr>
          <p:nvPr>
            <p:ph type="pic" sz="quarter" idx="21"/>
          </p:nvPr>
        </p:nvSpPr>
        <p:spPr>
          <a:xfrm>
            <a:off x="6738439" y="1716089"/>
            <a:ext cx="3004009" cy="216952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54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 dirty="0"/>
              <a:t>그림을 추가하려면 아이콘을 클릭하십시오</a:t>
            </a:r>
            <a:endParaRPr lang="de-DE" dirty="0"/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2" hasCustomPrompt="1"/>
          </p:nvPr>
        </p:nvSpPr>
        <p:spPr>
          <a:xfrm>
            <a:off x="3541348" y="4071269"/>
            <a:ext cx="3003902" cy="26978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14"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14">
                <a:latin typeface="+mn-ea"/>
                <a:ea typeface="+mn-ea"/>
              </a:defRPr>
            </a:lvl2pPr>
            <a:lvl3pPr marL="166310" indent="-166310"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lvl="0"/>
            <a:r>
              <a:rPr lang="ko-KR" altLang="en-US" noProof="0" dirty="0"/>
              <a:t>소제목 </a:t>
            </a:r>
            <a:r>
              <a:rPr lang="en-US" altLang="ko-KR" noProof="0" dirty="0"/>
              <a:t>15pt</a:t>
            </a:r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23" hasCustomPrompt="1"/>
          </p:nvPr>
        </p:nvSpPr>
        <p:spPr>
          <a:xfrm>
            <a:off x="6738438" y="4065044"/>
            <a:ext cx="3003902" cy="27040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14"/>
            </a:lvl1pPr>
            <a:lvl2pPr marL="166310" marR="0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14">
                <a:latin typeface="+mn-ea"/>
                <a:ea typeface="+mn-ea"/>
              </a:defRPr>
            </a:lvl2pPr>
            <a:lvl3pPr marL="166310" indent="-166310"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6310" indent="-166310"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6310" indent="-166310">
              <a:defRPr sz="1414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lvl="0"/>
            <a:r>
              <a:rPr lang="ko-KR" altLang="en-US" noProof="0" dirty="0"/>
              <a:t>소제목 </a:t>
            </a:r>
            <a:r>
              <a:rPr lang="en-US" altLang="ko-KR" noProof="0" dirty="0"/>
              <a:t>15pt</a:t>
            </a:r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 </a:t>
            </a:r>
            <a:endParaRPr lang="en-US" altLang="ko-KR" noProof="0" dirty="0"/>
          </a:p>
          <a:p>
            <a:pPr marL="166310" marR="0" lvl="1" indent="-16631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 dirty="0"/>
              <a:t>본문</a:t>
            </a:r>
            <a:endParaRPr lang="en-US" altLang="ko-KR" noProof="0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8" hasCustomPrompt="1"/>
          </p:nvPr>
        </p:nvSpPr>
        <p:spPr>
          <a:xfrm>
            <a:off x="332636" y="754126"/>
            <a:ext cx="9402681" cy="600013"/>
          </a:xfrm>
        </p:spPr>
        <p:txBody>
          <a:bodyPr/>
          <a:lstStyle>
            <a:lvl1pPr marL="0" marR="0" indent="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latin typeface="+mn-ea"/>
                <a:ea typeface="+mn-ea"/>
              </a:defRPr>
            </a:lvl1pPr>
          </a:lstStyle>
          <a:p>
            <a:pPr marL="0" marR="0" lvl="0" indent="0" algn="l" defTabSz="49161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소제목 및 본문</a:t>
            </a:r>
            <a:endParaRPr lang="de-DE" altLang="ko-KR" dirty="0"/>
          </a:p>
          <a:p>
            <a:pPr lvl="0"/>
            <a:endParaRPr lang="de-DE" dirty="0"/>
          </a:p>
        </p:txBody>
      </p:sp>
      <p:sp>
        <p:nvSpPr>
          <p:cNvPr id="21" name="Titelplatzhalter 1"/>
          <p:cNvSpPr>
            <a:spLocks noGrp="1"/>
          </p:cNvSpPr>
          <p:nvPr>
            <p:ph type="title"/>
          </p:nvPr>
        </p:nvSpPr>
        <p:spPr>
          <a:xfrm>
            <a:off x="332636" y="238680"/>
            <a:ext cx="9402045" cy="30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2503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123061" y="684337"/>
            <a:ext cx="9819623" cy="0"/>
          </a:xfrm>
          <a:prstGeom prst="line">
            <a:avLst/>
          </a:prstGeom>
          <a:noFill/>
          <a:ln w="31750">
            <a:solidFill>
              <a:schemeClr val="accent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489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339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89746" y="2113396"/>
            <a:ext cx="8868793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871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17746" y="5929692"/>
            <a:ext cx="1459262" cy="3121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56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2023.03.01</a:t>
            </a:r>
            <a:endParaRPr lang="ko-KR" altLang="en-US" dirty="0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27568" y="6305301"/>
            <a:ext cx="1798814" cy="333448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50413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56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50413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OO</a:t>
            </a:r>
            <a:r>
              <a:rPr lang="ko-KR" altLang="en-US" dirty="0"/>
              <a:t>부문 </a:t>
            </a:r>
            <a:r>
              <a:rPr lang="en-US" altLang="ko-KR" dirty="0"/>
              <a:t>OO</a:t>
            </a:r>
            <a:r>
              <a:rPr lang="ko-KR" altLang="en-US" dirty="0"/>
              <a:t>팀</a:t>
            </a:r>
          </a:p>
          <a:p>
            <a:pPr marL="0" marR="0" lvl="0" indent="0" algn="l" defTabSz="950413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27567" y="6711840"/>
            <a:ext cx="1968300" cy="323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56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70483" y="1528258"/>
            <a:ext cx="5423379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91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/>
              <a:t>제목 </a:t>
            </a:r>
            <a:r>
              <a:rPr lang="en-US" altLang="ko-KR" dirty="0"/>
              <a:t>/ </a:t>
            </a:r>
            <a:r>
              <a:rPr lang="ko-KR" altLang="en-US" dirty="0" err="1"/>
              <a:t>현대하모니</a:t>
            </a:r>
            <a:r>
              <a:rPr lang="en-US" altLang="ko-KR" dirty="0"/>
              <a:t>B 28</a:t>
            </a:r>
            <a:endParaRPr lang="ko-KR" altLang="en-US" dirty="0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70483" y="2113398"/>
            <a:ext cx="5423379" cy="383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95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/>
              <a:t>소제목 </a:t>
            </a:r>
            <a:r>
              <a:rPr lang="en-US" altLang="ko-KR" dirty="0"/>
              <a:t>/ </a:t>
            </a:r>
            <a:r>
              <a:rPr lang="ko-KR" altLang="en-US" dirty="0" err="1"/>
              <a:t>현대하모니</a:t>
            </a:r>
            <a:r>
              <a:rPr lang="en-US" altLang="ko-KR" dirty="0"/>
              <a:t>M 24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6F9ACA-4906-90D2-F90B-20B49727E2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8936" y="396508"/>
            <a:ext cx="2356077" cy="6617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DAE407-182F-6BA3-6F92-E057DE2D6E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0" b="-13221"/>
          <a:stretch>
            <a:fillRect/>
          </a:stretch>
        </p:blipFill>
        <p:spPr>
          <a:xfrm>
            <a:off x="-12764" y="7164768"/>
            <a:ext cx="10094980" cy="16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7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erade Verbindung 13"/>
          <p:cNvCxnSpPr/>
          <p:nvPr/>
        </p:nvCxnSpPr>
        <p:spPr>
          <a:xfrm flipV="1">
            <a:off x="338269" y="6930001"/>
            <a:ext cx="9402045" cy="2907"/>
          </a:xfrm>
          <a:prstGeom prst="line">
            <a:avLst/>
          </a:prstGeom>
          <a:ln w="6350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2"/>
          <p:cNvSpPr>
            <a:spLocks noGrp="1"/>
          </p:cNvSpPr>
          <p:nvPr>
            <p:ph type="body" idx="1"/>
          </p:nvPr>
        </p:nvSpPr>
        <p:spPr>
          <a:xfrm>
            <a:off x="339424" y="1728000"/>
            <a:ext cx="9402045" cy="50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ko-KR" altLang="en-US" noProof="0" dirty="0"/>
              <a:t>소제목</a:t>
            </a:r>
            <a:r>
              <a:rPr lang="en-US" noProof="0" dirty="0"/>
              <a:t> </a:t>
            </a:r>
            <a:r>
              <a:rPr lang="ko-KR" altLang="en-US" noProof="0" dirty="0"/>
              <a:t> </a:t>
            </a:r>
            <a:endParaRPr lang="en-US" noProof="0" dirty="0"/>
          </a:p>
          <a:p>
            <a:pPr lvl="2"/>
            <a:r>
              <a:rPr lang="ko-KR" altLang="en-US" noProof="0" dirty="0"/>
              <a:t>본문</a:t>
            </a:r>
            <a:endParaRPr lang="en-US" altLang="ko-KR" noProof="0" dirty="0"/>
          </a:p>
          <a:p>
            <a:pPr lvl="2"/>
            <a:r>
              <a:rPr lang="ko-KR" altLang="en-US" noProof="0" dirty="0"/>
              <a:t>본문 </a:t>
            </a:r>
            <a:endParaRPr lang="en-US" altLang="ko-KR" noProof="0" dirty="0"/>
          </a:p>
          <a:p>
            <a:pPr lvl="2"/>
            <a:r>
              <a:rPr lang="ko-KR" altLang="en-US" noProof="0" dirty="0"/>
              <a:t>본문 </a:t>
            </a:r>
            <a:endParaRPr lang="en-US" altLang="ko-KR" noProof="0" dirty="0"/>
          </a:p>
          <a:p>
            <a:pPr lvl="2"/>
            <a:r>
              <a:rPr lang="ko-KR" altLang="en-US" noProof="0" dirty="0"/>
              <a:t>본문</a:t>
            </a:r>
            <a:endParaRPr lang="en-US" noProof="0" dirty="0"/>
          </a:p>
        </p:txBody>
      </p:sp>
      <p:sp>
        <p:nvSpPr>
          <p:cNvPr id="21" name="Datumsplatzhalter 3"/>
          <p:cNvSpPr>
            <a:spLocks noGrp="1"/>
          </p:cNvSpPr>
          <p:nvPr>
            <p:ph type="dt" sz="half" idx="2"/>
          </p:nvPr>
        </p:nvSpPr>
        <p:spPr>
          <a:xfrm>
            <a:off x="1018273" y="7152398"/>
            <a:ext cx="1316762" cy="1428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49" b="0" i="0" kern="400" baseline="0">
                <a:solidFill>
                  <a:schemeClr val="tx1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  <a:cs typeface="현대산스 Head" panose="020B0600000101010101" pitchFamily="50" charset="-127"/>
              </a:defRPr>
            </a:lvl1pPr>
          </a:lstStyle>
          <a:p>
            <a:endParaRPr lang="de-DE" dirty="0"/>
          </a:p>
        </p:txBody>
      </p:sp>
      <p:sp>
        <p:nvSpPr>
          <p:cNvPr id="2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39424" y="7152398"/>
            <a:ext cx="597608" cy="1428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49" b="0" i="0" kern="400" baseline="0">
                <a:solidFill>
                  <a:schemeClr val="tx1"/>
                </a:solidFill>
                <a:latin typeface="현대산스 Head Medium" panose="020B0600000101010101" pitchFamily="50" charset="-127"/>
                <a:ea typeface="현대산스 Head Medium" panose="020B0600000101010101" pitchFamily="50" charset="-127"/>
                <a:cs typeface="현대산스 Head Medium" panose="020B0600000101010101" pitchFamily="50" charset="-127"/>
              </a:defRPr>
            </a:lvl1pPr>
          </a:lstStyle>
          <a:p>
            <a:fld id="{DD317690-C5EB-F34F-B036-C349E52C687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4" name="Titelplatzhalter 1"/>
          <p:cNvSpPr>
            <a:spLocks noGrp="1"/>
          </p:cNvSpPr>
          <p:nvPr>
            <p:ph type="title"/>
          </p:nvPr>
        </p:nvSpPr>
        <p:spPr>
          <a:xfrm>
            <a:off x="332636" y="238680"/>
            <a:ext cx="9402045" cy="30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ko-KR" altLang="en-US" noProof="0" dirty="0"/>
              <a:t>제목</a:t>
            </a:r>
            <a:r>
              <a:rPr lang="en-US" altLang="ko-KR" noProof="0" dirty="0"/>
              <a:t> </a:t>
            </a:r>
            <a:endParaRPr lang="en-US" noProof="0" dirty="0"/>
          </a:p>
        </p:txBody>
      </p:sp>
      <p:pic>
        <p:nvPicPr>
          <p:cNvPr id="9" name="Picture 19" descr="C007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218" y="7041866"/>
            <a:ext cx="1919617" cy="307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190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73" r:id="rId3"/>
    <p:sldLayoutId id="2147483651" r:id="rId4"/>
    <p:sldLayoutId id="2147483650" r:id="rId5"/>
    <p:sldLayoutId id="2147483652" r:id="rId6"/>
    <p:sldLayoutId id="2147483661" r:id="rId7"/>
    <p:sldLayoutId id="2147483663" r:id="rId8"/>
    <p:sldLayoutId id="2147483664" r:id="rId9"/>
    <p:sldLayoutId id="2147483665" r:id="rId10"/>
    <p:sldLayoutId id="2147483667" r:id="rId11"/>
    <p:sldLayoutId id="2147483674" r:id="rId12"/>
    <p:sldLayoutId id="2147483676" r:id="rId13"/>
    <p:sldLayoutId id="2147483677" r:id="rId14"/>
  </p:sldLayoutIdLst>
  <p:hf sldNum="0" hdr="0" ftr="0" dt="0"/>
  <p:txStyles>
    <p:titleStyle>
      <a:lvl1pPr algn="l" defTabSz="491610" rtl="0" eaLnBrk="1" latinLnBrk="1" hangingPunct="1">
        <a:spcBef>
          <a:spcPct val="0"/>
        </a:spcBef>
        <a:buNone/>
        <a:defRPr sz="2263" b="0" i="0" kern="400" baseline="0">
          <a:solidFill>
            <a:schemeClr val="tx1"/>
          </a:solidFill>
          <a:latin typeface="+mj-ea"/>
          <a:ea typeface="+mj-ea"/>
          <a:cs typeface="현대산스 Head Medium" panose="020B0600000101010101" pitchFamily="50" charset="-127"/>
        </a:defRPr>
      </a:lvl1pPr>
    </p:titleStyle>
    <p:bodyStyle>
      <a:lvl1pPr marL="0" indent="0" algn="l" defTabSz="491610" rtl="0" eaLnBrk="1" latinLnBrk="1" hangingPunct="1">
        <a:spcBef>
          <a:spcPct val="20000"/>
        </a:spcBef>
        <a:buFontTx/>
        <a:buNone/>
        <a:defRPr sz="1886" b="0" i="0" kern="400" baseline="0">
          <a:solidFill>
            <a:schemeClr val="tx1"/>
          </a:solidFill>
          <a:latin typeface="+mj-ea"/>
          <a:ea typeface="+mj-ea"/>
          <a:cs typeface="HyundaiSans Head KR OTF Medium" pitchFamily="34" charset="-127"/>
        </a:defRPr>
      </a:lvl1pPr>
      <a:lvl2pPr marL="268132" indent="-268132" algn="l" defTabSz="491610" rtl="0" eaLnBrk="1" latinLnBrk="1" hangingPunct="1">
        <a:spcBef>
          <a:spcPct val="20000"/>
        </a:spcBef>
        <a:buFont typeface="Arial"/>
        <a:buChar char="•"/>
        <a:defRPr sz="1886" b="0" i="0" kern="400" baseline="0">
          <a:solidFill>
            <a:schemeClr val="tx1"/>
          </a:solidFill>
          <a:latin typeface="현대산스 Text" panose="020B0600000101010101" pitchFamily="50" charset="-127"/>
          <a:ea typeface="현대산스 Text" panose="020B0600000101010101" pitchFamily="50" charset="-127"/>
          <a:cs typeface="현대산스 Text" panose="020B0600000101010101" pitchFamily="50" charset="-127"/>
        </a:defRPr>
      </a:lvl2pPr>
      <a:lvl3pPr marL="268132" indent="-268132" algn="l" defTabSz="49161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86" b="0" i="0" kern="400" baseline="0">
          <a:solidFill>
            <a:schemeClr val="tx1"/>
          </a:solidFill>
          <a:latin typeface="+mn-ea"/>
          <a:ea typeface="+mn-ea"/>
          <a:cs typeface="현대산스 Head" panose="020B0600000101010101" pitchFamily="50" charset="-127"/>
        </a:defRPr>
      </a:lvl3pPr>
      <a:lvl4pPr marL="268132" indent="-268132" algn="l" defTabSz="491610" rtl="0" eaLnBrk="1" latinLnBrk="1" hangingPunct="1">
        <a:spcBef>
          <a:spcPct val="20000"/>
        </a:spcBef>
        <a:buFont typeface="Arial"/>
        <a:buChar char="•"/>
        <a:defRPr sz="1886" b="0" i="0" kern="400" baseline="0">
          <a:solidFill>
            <a:schemeClr val="tx1"/>
          </a:solidFill>
          <a:latin typeface="현대산스 Text" panose="020B0600000101010101" pitchFamily="50" charset="-127"/>
          <a:ea typeface="현대산스 Text" panose="020B0600000101010101" pitchFamily="50" charset="-127"/>
          <a:cs typeface="현대산스 Text" panose="020B0600000101010101" pitchFamily="50" charset="-127"/>
        </a:defRPr>
      </a:lvl4pPr>
      <a:lvl5pPr marL="268132" indent="-268132" algn="l" defTabSz="491610" rtl="0" eaLnBrk="1" latinLnBrk="1" hangingPunct="1">
        <a:spcBef>
          <a:spcPct val="20000"/>
        </a:spcBef>
        <a:buFont typeface="Arial"/>
        <a:buChar char="•"/>
        <a:defRPr sz="1886" b="0" i="0" kern="400" baseline="0">
          <a:solidFill>
            <a:schemeClr val="tx1"/>
          </a:solidFill>
          <a:latin typeface="현대산스 Text" panose="020B0600000101010101" pitchFamily="50" charset="-127"/>
          <a:ea typeface="현대산스 Text" panose="020B0600000101010101" pitchFamily="50" charset="-127"/>
          <a:cs typeface="현대산스 Text" panose="020B0600000101010101" pitchFamily="50" charset="-127"/>
        </a:defRPr>
      </a:lvl5pPr>
      <a:lvl6pPr marL="2703854" indent="-245805" algn="l" defTabSz="491610" rtl="0" eaLnBrk="1" latinLnBrk="1" hangingPunct="1">
        <a:spcBef>
          <a:spcPct val="20000"/>
        </a:spcBef>
        <a:buFont typeface="Arial"/>
        <a:buChar char="•"/>
        <a:defRPr sz="2168" kern="1200">
          <a:solidFill>
            <a:schemeClr val="tx1"/>
          </a:solidFill>
          <a:latin typeface="+mn-lt"/>
          <a:ea typeface="+mn-ea"/>
          <a:cs typeface="+mn-cs"/>
        </a:defRPr>
      </a:lvl6pPr>
      <a:lvl7pPr marL="3195463" indent="-245805" algn="l" defTabSz="491610" rtl="0" eaLnBrk="1" latinLnBrk="1" hangingPunct="1">
        <a:spcBef>
          <a:spcPct val="20000"/>
        </a:spcBef>
        <a:buFont typeface="Arial"/>
        <a:buChar char="•"/>
        <a:defRPr sz="2168" kern="1200">
          <a:solidFill>
            <a:schemeClr val="tx1"/>
          </a:solidFill>
          <a:latin typeface="+mn-lt"/>
          <a:ea typeface="+mn-ea"/>
          <a:cs typeface="+mn-cs"/>
        </a:defRPr>
      </a:lvl7pPr>
      <a:lvl8pPr marL="3687074" indent="-245805" algn="l" defTabSz="491610" rtl="0" eaLnBrk="1" latinLnBrk="1" hangingPunct="1">
        <a:spcBef>
          <a:spcPct val="20000"/>
        </a:spcBef>
        <a:buFont typeface="Arial"/>
        <a:buChar char="•"/>
        <a:defRPr sz="2168" kern="1200">
          <a:solidFill>
            <a:schemeClr val="tx1"/>
          </a:solidFill>
          <a:latin typeface="+mn-lt"/>
          <a:ea typeface="+mn-ea"/>
          <a:cs typeface="+mn-cs"/>
        </a:defRPr>
      </a:lvl8pPr>
      <a:lvl9pPr marL="4178684" indent="-245805" algn="l" defTabSz="491610" rtl="0" eaLnBrk="1" latinLnBrk="1" hangingPunct="1">
        <a:spcBef>
          <a:spcPct val="20000"/>
        </a:spcBef>
        <a:buFont typeface="Arial"/>
        <a:buChar char="•"/>
        <a:defRPr sz="21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91610" rtl="0" eaLnBrk="1" latinLnBrk="1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491610" algn="l" defTabSz="491610" rtl="0" eaLnBrk="1" latinLnBrk="1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83220" algn="l" defTabSz="491610" rtl="0" eaLnBrk="1" latinLnBrk="1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474830" algn="l" defTabSz="491610" rtl="0" eaLnBrk="1" latinLnBrk="1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1966439" algn="l" defTabSz="491610" rtl="0" eaLnBrk="1" latinLnBrk="1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458048" algn="l" defTabSz="491610" rtl="0" eaLnBrk="1" latinLnBrk="1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2949659" algn="l" defTabSz="491610" rtl="0" eaLnBrk="1" latinLnBrk="1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441269" algn="l" defTabSz="491610" rtl="0" eaLnBrk="1" latinLnBrk="1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3932878" algn="l" defTabSz="491610" rtl="0" eaLnBrk="1" latinLnBrk="1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ly-for-an-eta.homeoffice.gov.uk/apply/electronic-travel-authorisation/how-to-appl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3F848862-D730-B3CA-D325-6FE0141657D8}"/>
              </a:ext>
            </a:extLst>
          </p:cNvPr>
          <p:cNvSpPr txBox="1">
            <a:spLocks/>
          </p:cNvSpPr>
          <p:nvPr/>
        </p:nvSpPr>
        <p:spPr>
          <a:xfrm>
            <a:off x="811829" y="1664094"/>
            <a:ext cx="8757971" cy="499041"/>
          </a:xfrm>
          <a:prstGeom prst="rect">
            <a:avLst/>
          </a:prstGeom>
          <a:noFill/>
        </p:spPr>
        <p:txBody>
          <a:bodyPr vert="horz" wrap="square" lIns="95055" tIns="47527" rIns="95055" bIns="47527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910" b="1" dirty="0"/>
              <a:t>영국 </a:t>
            </a:r>
            <a:r>
              <a:rPr lang="en-US" altLang="ko-KR" sz="2910" b="1" dirty="0"/>
              <a:t>ETA </a:t>
            </a:r>
            <a:r>
              <a:rPr lang="ko-KR" altLang="en-US" sz="2910" b="1" dirty="0"/>
              <a:t>신청 매뉴얼</a:t>
            </a:r>
          </a:p>
        </p:txBody>
      </p:sp>
      <p:sp>
        <p:nvSpPr>
          <p:cNvPr id="6" name="텍스트 개체 틀 14">
            <a:extLst>
              <a:ext uri="{FF2B5EF4-FFF2-40B4-BE49-F238E27FC236}">
                <a16:creationId xmlns:a16="http://schemas.microsoft.com/office/drawing/2014/main" id="{FE5FC1E4-A6ED-DB68-D090-219C41329996}"/>
              </a:ext>
            </a:extLst>
          </p:cNvPr>
          <p:cNvSpPr txBox="1">
            <a:spLocks/>
          </p:cNvSpPr>
          <p:nvPr/>
        </p:nvSpPr>
        <p:spPr>
          <a:xfrm>
            <a:off x="811829" y="2296932"/>
            <a:ext cx="8757971" cy="355092"/>
          </a:xfrm>
          <a:prstGeom prst="rect">
            <a:avLst/>
          </a:prstGeom>
          <a:noFill/>
        </p:spPr>
        <p:txBody>
          <a:bodyPr vert="horz" wrap="square" lIns="95055" tIns="47527" rIns="95055" bIns="47527" rtlCol="0">
            <a:sp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1871" b="0" dirty="0"/>
              <a:t>UK ETA Manual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31888" y="2742099"/>
            <a:ext cx="8763116" cy="353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31048"/>
            <a:r>
              <a:rPr lang="ko-KR" altLang="en-US" sz="1697" dirty="0"/>
              <a:t> </a:t>
            </a:r>
            <a:r>
              <a:rPr lang="en-US" altLang="ko-KR" sz="1697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https://apply-for-an-eta.homeoffice.gov.uk/apply/electronic-travel-authorisation/how-to-apply</a:t>
            </a:r>
            <a:endParaRPr lang="en-US" altLang="ko-KR" sz="1697" dirty="0"/>
          </a:p>
        </p:txBody>
      </p:sp>
      <p:sp>
        <p:nvSpPr>
          <p:cNvPr id="2" name="텍스트 개체 틀 14">
            <a:extLst>
              <a:ext uri="{FF2B5EF4-FFF2-40B4-BE49-F238E27FC236}">
                <a16:creationId xmlns:a16="http://schemas.microsoft.com/office/drawing/2014/main" id="{47711E79-C8BD-CFD9-F89C-323DD0D47FC8}"/>
              </a:ext>
            </a:extLst>
          </p:cNvPr>
          <p:cNvSpPr txBox="1">
            <a:spLocks/>
          </p:cNvSpPr>
          <p:nvPr/>
        </p:nvSpPr>
        <p:spPr>
          <a:xfrm>
            <a:off x="8753260" y="7323826"/>
            <a:ext cx="1328953" cy="23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atinLnBrk="0">
              <a:spcBef>
                <a:spcPct val="0"/>
              </a:spcBef>
              <a:defRPr/>
            </a:pPr>
            <a:r>
              <a:rPr kumimoji="0" lang="en-US" altLang="ko-KR" sz="943" dirty="0">
                <a:ln>
                  <a:noFill/>
                </a:ln>
                <a:solidFill>
                  <a:prstClr val="black"/>
                </a:solidFill>
              </a:rPr>
              <a:t>2026.05.21 </a:t>
            </a:r>
            <a:r>
              <a:rPr kumimoji="0" lang="ko-KR" altLang="en-US" sz="943" dirty="0">
                <a:ln>
                  <a:noFill/>
                </a:ln>
                <a:solidFill>
                  <a:prstClr val="black"/>
                </a:solidFill>
              </a:rPr>
              <a:t>업데이트</a:t>
            </a:r>
            <a:endParaRPr kumimoji="0" lang="en-US" altLang="ko-KR" sz="943" dirty="0">
              <a:ln>
                <a:noFill/>
              </a:ln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20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4"/>
          <p:cNvSpPr txBox="1">
            <a:spLocks/>
          </p:cNvSpPr>
          <p:nvPr/>
        </p:nvSpPr>
        <p:spPr bwMode="auto">
          <a:xfrm>
            <a:off x="296987" y="1051445"/>
            <a:ext cx="6007338" cy="42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9209" tIns="39604" rIns="79209" bIns="39604" numCol="1" anchor="ctr" anchorCtr="0" compatLnSpc="1">
            <a:prstTxWarp prst="textNoShape">
              <a:avLst/>
            </a:prstTxWarp>
          </a:bodyPr>
          <a:lstStyle>
            <a:lvl1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>
              <a:defRPr/>
            </a:pPr>
            <a:r>
              <a:rPr lang="en-US" altLang="ko-KR" sz="1820" dirty="0">
                <a:solidFill>
                  <a:prstClr val="black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1) </a:t>
            </a:r>
            <a:r>
              <a:rPr lang="ko-KR" altLang="en-US" sz="1820" dirty="0">
                <a:solidFill>
                  <a:prstClr val="black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영국 </a:t>
            </a:r>
            <a:r>
              <a:rPr lang="en-US" altLang="ko-KR" sz="1820" dirty="0">
                <a:solidFill>
                  <a:prstClr val="black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ETA (</a:t>
            </a:r>
            <a:r>
              <a:rPr lang="ko-KR" altLang="en-US" sz="1820" dirty="0">
                <a:solidFill>
                  <a:prstClr val="black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전자여행허가제도</a:t>
            </a:r>
            <a:r>
              <a:rPr lang="en-US" altLang="ko-KR" sz="1820" dirty="0">
                <a:solidFill>
                  <a:prstClr val="black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) </a:t>
            </a:r>
            <a:r>
              <a:rPr lang="ko-KR" altLang="en-US" sz="1820" dirty="0">
                <a:solidFill>
                  <a:prstClr val="black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안내</a:t>
            </a:r>
            <a:endParaRPr lang="ko-KR" altLang="en-US" sz="1489" i="1" spc="-82" dirty="0">
              <a:solidFill>
                <a:srgbClr val="0070C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9362"/>
              </p:ext>
            </p:extLst>
          </p:nvPr>
        </p:nvGraphicFramePr>
        <p:xfrm>
          <a:off x="1873691" y="1914313"/>
          <a:ext cx="6334831" cy="3924271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6334831">
                  <a:extLst>
                    <a:ext uri="{9D8B030D-6E8A-4147-A177-3AD203B41FA5}">
                      <a16:colId xmlns:a16="http://schemas.microsoft.com/office/drawing/2014/main" val="639672922"/>
                    </a:ext>
                  </a:extLst>
                </a:gridCol>
              </a:tblGrid>
              <a:tr h="1575240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2500" kern="0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영국</a:t>
                      </a:r>
                      <a:r>
                        <a:rPr lang="ko-KR" sz="2500" kern="0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</a:t>
                      </a:r>
                      <a:r>
                        <a:rPr lang="en-US" altLang="ko-KR" sz="2500" kern="0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ETA</a:t>
                      </a:r>
                      <a:r>
                        <a:rPr lang="ko-KR" sz="2500" kern="0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안내</a:t>
                      </a:r>
                      <a:endParaRPr lang="ko-KR" sz="900" kern="100" dirty="0"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64660" marR="6466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033029"/>
                  </a:ext>
                </a:extLst>
              </a:tr>
              <a:tr h="2349031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1000" b="0" kern="0" dirty="0">
                          <a:solidFill>
                            <a:srgbClr val="002C5F"/>
                          </a:solidFill>
                          <a:effectLst/>
                        </a:rPr>
                        <a:t> </a:t>
                      </a:r>
                      <a:endParaRPr lang="ko-KR" sz="900" b="0" kern="100" dirty="0">
                        <a:solidFill>
                          <a:srgbClr val="002C5F"/>
                        </a:solidFill>
                        <a:effectLst/>
                      </a:endParaRPr>
                    </a:p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alt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영국 </a:t>
                      </a:r>
                      <a:r>
                        <a:rPr lang="en-US" alt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ETA</a:t>
                      </a:r>
                      <a:r>
                        <a:rPr 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신청 방법</a:t>
                      </a:r>
                      <a:endParaRPr lang="ko-KR" sz="1500" b="0" kern="100" dirty="0">
                        <a:solidFill>
                          <a:srgbClr val="002C5F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 </a:t>
                      </a:r>
                      <a:endParaRPr lang="ko-KR" sz="1500" b="0" kern="100" dirty="0">
                        <a:solidFill>
                          <a:srgbClr val="002C5F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marL="482600" indent="-228600" algn="just" latinLnBrk="0">
                        <a:spcAft>
                          <a:spcPts val="0"/>
                        </a:spcAft>
                      </a:pPr>
                      <a: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1)  </a:t>
                      </a:r>
                      <a:r>
                        <a:rPr lang="ko-KR" alt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영국</a:t>
                      </a:r>
                      <a:r>
                        <a:rPr 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</a:t>
                      </a:r>
                      <a: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ETA </a:t>
                      </a:r>
                      <a:r>
                        <a:rPr lang="ko-KR" alt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는 </a:t>
                      </a:r>
                      <a:r>
                        <a:rPr 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</a:t>
                      </a:r>
                      <a:r>
                        <a:rPr lang="ko-KR" alt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출장자 </a:t>
                      </a:r>
                      <a:r>
                        <a:rPr 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본인 직접 신청 </a:t>
                      </a:r>
                      <a:r>
                        <a:rPr lang="en-US" alt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</a:t>
                      </a:r>
                      <a:r>
                        <a:rPr lang="ko-KR" alt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대행 불가</a:t>
                      </a:r>
                      <a:r>
                        <a:rPr lang="en-US" alt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) </a:t>
                      </a:r>
                      <a:endParaRPr lang="ko-KR" sz="1500" b="0" kern="100" dirty="0">
                        <a:solidFill>
                          <a:srgbClr val="002C5F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marL="482600" indent="-228600" algn="just" latinLnBrk="0">
                        <a:spcAft>
                          <a:spcPts val="0"/>
                        </a:spcAft>
                      </a:pPr>
                      <a: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2)  </a:t>
                      </a:r>
                      <a:r>
                        <a:rPr lang="ko-KR" alt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영국</a:t>
                      </a:r>
                      <a:r>
                        <a:rPr 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</a:t>
                      </a:r>
                      <a: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ETA </a:t>
                      </a:r>
                      <a:r>
                        <a:rPr 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는 </a:t>
                      </a:r>
                      <a:r>
                        <a:rPr lang="ko-KR" alt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공식 웹사이트 또는 </a:t>
                      </a:r>
                      <a:r>
                        <a:rPr 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앱</a:t>
                      </a:r>
                      <a: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</a:t>
                      </a:r>
                      <a:r>
                        <a:rPr lang="ko-KR" sz="1500" b="0" kern="0" dirty="0" err="1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어플</a:t>
                      </a:r>
                      <a: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) </a:t>
                      </a:r>
                      <a:r>
                        <a:rPr lang="ko-KR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로 </a:t>
                      </a:r>
                      <a:r>
                        <a:rPr lang="ko-KR" alt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신청</a:t>
                      </a:r>
                      <a:r>
                        <a:rPr lang="ko-KR" altLang="en-US" sz="1500" b="0" kern="0" baseline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가능</a:t>
                      </a:r>
                      <a: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</a:t>
                      </a:r>
                      <a:endParaRPr lang="ko-KR" sz="1500" b="0" kern="100" dirty="0">
                        <a:solidFill>
                          <a:srgbClr val="002C5F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marL="127000" indent="240030" algn="just" latinLnBrk="0">
                        <a:spcAft>
                          <a:spcPts val="0"/>
                        </a:spcAft>
                      </a:pPr>
                      <a: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 </a:t>
                      </a:r>
                      <a:b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</a:br>
                      <a:r>
                        <a:rPr lang="en-US" sz="1500" b="0" kern="0" dirty="0">
                          <a:solidFill>
                            <a:srgbClr val="002C5F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  </a:t>
                      </a:r>
                      <a:r>
                        <a:rPr lang="en-US" sz="1500" b="0" kern="0" dirty="0">
                          <a:solidFill>
                            <a:srgbClr val="C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</a:t>
                      </a:r>
                      <a:r>
                        <a:rPr lang="en-US" altLang="ko-KR" sz="1500" b="0" kern="0" dirty="0">
                          <a:solidFill>
                            <a:srgbClr val="C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※ </a:t>
                      </a:r>
                      <a:r>
                        <a:rPr lang="ko-KR" altLang="en-US" sz="1500" b="0" kern="0" dirty="0" err="1">
                          <a:solidFill>
                            <a:srgbClr val="C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어플은</a:t>
                      </a:r>
                      <a:r>
                        <a:rPr lang="ko-KR" altLang="en-US" sz="1500" b="0" kern="0" dirty="0">
                          <a:solidFill>
                            <a:srgbClr val="C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진행하면서 상당한 오류 및 에러가 발생해 웹사이트 신청 권장 </a:t>
                      </a:r>
                      <a:r>
                        <a:rPr lang="en-US" altLang="ko-KR" sz="1500" b="0" kern="0" dirty="0">
                          <a:solidFill>
                            <a:srgbClr val="C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※</a:t>
                      </a:r>
                      <a:r>
                        <a:rPr lang="ko-KR" altLang="en-US" sz="1500" b="0" kern="0" dirty="0">
                          <a:solidFill>
                            <a:srgbClr val="C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</a:t>
                      </a:r>
                      <a:r>
                        <a:rPr lang="en-US" sz="1500" b="0" kern="0" dirty="0">
                          <a:solidFill>
                            <a:srgbClr val="C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)</a:t>
                      </a:r>
                      <a:r>
                        <a:rPr lang="en-US" sz="1000" kern="0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 </a:t>
                      </a:r>
                      <a:endParaRPr lang="ko-KR" sz="900" kern="100" dirty="0"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indent="360680" algn="just" latinLnBrk="0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</a:rPr>
                        <a:t> 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4660" marR="6466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672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124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4"/>
          <p:cNvSpPr txBox="1">
            <a:spLocks/>
          </p:cNvSpPr>
          <p:nvPr/>
        </p:nvSpPr>
        <p:spPr bwMode="auto">
          <a:xfrm>
            <a:off x="284492" y="1413794"/>
            <a:ext cx="8012015" cy="176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9209" tIns="39604" rIns="79209" bIns="39604" numCol="1" anchor="ctr" anchorCtr="0" compatLnSpc="1">
            <a:prstTxWarp prst="textNoShape">
              <a:avLst/>
            </a:prstTxWarp>
          </a:bodyPr>
          <a:lstStyle>
            <a:lvl1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l" latinLnBrk="0">
              <a:lnSpc>
                <a:spcPct val="150000"/>
              </a:lnSpc>
            </a:pPr>
            <a:r>
              <a:rPr lang="ko-KR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◆ </a:t>
            </a:r>
            <a:r>
              <a:rPr lang="ko-KR" altLang="en-US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영국</a:t>
            </a:r>
            <a: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ETA </a:t>
            </a:r>
            <a:r>
              <a:rPr lang="ko-KR" altLang="en-US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란 </a:t>
            </a:r>
            <a: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?</a:t>
            </a:r>
            <a:b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en-US" altLang="ko-KR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E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lectronic </a:t>
            </a:r>
            <a:r>
              <a:rPr lang="en-US" altLang="ko-KR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T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ravel </a:t>
            </a:r>
            <a:r>
              <a:rPr lang="en-US" altLang="ko-KR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A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uthorization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영국 정부가 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2025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년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1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월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8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일 부터 도입한 전자 여행 허가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한국을 포함한 비자 면제 국가의 국민들이 영국에 입국할 때 반드시 소지해야 하는 전자 문서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미국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ESTA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와 동일한 개념 </a:t>
            </a:r>
            <a:endParaRPr lang="ko-KR" altLang="ko-KR" sz="1508" dirty="0"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  <a:p>
            <a:pPr algn="l">
              <a:defRPr/>
            </a:pPr>
            <a:br>
              <a:rPr lang="en-US" altLang="ko-KR" sz="1886" b="1" dirty="0"/>
            </a:br>
            <a:br>
              <a:rPr lang="en-US" altLang="ko-KR" sz="1886" b="1" dirty="0"/>
            </a:br>
            <a:endParaRPr lang="ko-KR" altLang="ko-KR" sz="1886" dirty="0"/>
          </a:p>
          <a:p>
            <a:pPr algn="l">
              <a:defRPr/>
            </a:pPr>
            <a:endParaRPr lang="ko-KR" altLang="en-US" sz="754" i="1" spc="-82" dirty="0">
              <a:solidFill>
                <a:srgbClr val="0070C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 bwMode="auto">
          <a:xfrm>
            <a:off x="284492" y="3591775"/>
            <a:ext cx="7696760" cy="3405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9209" tIns="39604" rIns="79209" bIns="39604" numCol="1" anchor="ctr" anchorCtr="0" compatLnSpc="1">
            <a:prstTxWarp prst="textNoShape">
              <a:avLst/>
            </a:prstTxWarp>
          </a:bodyPr>
          <a:lstStyle>
            <a:lvl1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l" latinLnBrk="0"/>
            <a:r>
              <a:rPr lang="ko-KR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◆ </a:t>
            </a:r>
            <a:r>
              <a:rPr lang="ko-KR" altLang="en-US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영국</a:t>
            </a:r>
            <a: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ETA </a:t>
            </a:r>
            <a:r>
              <a:rPr lang="ko-KR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신청</a:t>
            </a:r>
            <a: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</a:t>
            </a:r>
            <a:r>
              <a:rPr lang="ko-KR" altLang="en-US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대상</a:t>
            </a:r>
            <a:b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b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관광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,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단기 학업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,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비즈니스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,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가족 방문 등 </a:t>
            </a:r>
            <a:r>
              <a:rPr lang="en-US" altLang="ko-KR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6</a:t>
            </a:r>
            <a:r>
              <a:rPr lang="ko-KR" altLang="en-US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개월 미만 체류 목적의 방문자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에게 필요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- 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승인 후 유효기간 </a:t>
            </a:r>
            <a:r>
              <a:rPr lang="en-US" altLang="ko-KR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2</a:t>
            </a:r>
            <a:r>
              <a:rPr lang="ko-KR" altLang="en-US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년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- 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한번에 최대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6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개월 까지 체류 가능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-  </a:t>
            </a:r>
            <a:r>
              <a:rPr lang="en-US" altLang="ko-KR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2</a:t>
            </a:r>
            <a:r>
              <a:rPr lang="ko-KR" altLang="en-US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년 동안 여러 번 입국 가능한 복수 입국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허가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영국 </a:t>
            </a:r>
            <a:r>
              <a:rPr lang="ko-KR" altLang="en-US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경유 시에도 신청 필요</a:t>
            </a:r>
            <a:r>
              <a:rPr lang="en-US" altLang="ko-KR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!</a:t>
            </a:r>
            <a:br>
              <a:rPr lang="en-US" altLang="ko-KR" sz="1508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br>
              <a:rPr lang="en-US" altLang="ko-KR" sz="1508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br>
              <a:rPr lang="en-US" altLang="ko-KR" sz="1508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※ ETA </a:t>
            </a:r>
            <a:r>
              <a:rPr lang="ko-KR" altLang="en-US" sz="1508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가 필요 없는 경우 </a:t>
            </a:r>
            <a:br>
              <a:rPr lang="en-US" altLang="ko-KR" sz="1508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br>
              <a:rPr lang="en-US" altLang="ko-KR" sz="1508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-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유효한 영국 비자 소지자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-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영국 또는 아일랜드 국적 소지자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(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시민권자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)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-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영국에 거주 허가가 있는 자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(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영주권자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)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</a:t>
            </a:r>
            <a:endParaRPr lang="ko-KR" altLang="ko-KR" sz="1508" dirty="0"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  <a:p>
            <a:pPr lvl="0" algn="l" latinLnBrk="0"/>
            <a:br>
              <a:rPr lang="en-US" altLang="ko-KR" sz="1886" b="1" dirty="0"/>
            </a:br>
            <a:br>
              <a:rPr lang="en-US" altLang="ko-KR" sz="1886" b="1" dirty="0"/>
            </a:br>
            <a:endParaRPr lang="ko-KR" altLang="ko-KR" sz="1886" dirty="0"/>
          </a:p>
          <a:p>
            <a:pPr algn="l">
              <a:defRPr/>
            </a:pPr>
            <a:endParaRPr lang="ko-KR" altLang="en-US" sz="754" i="1" spc="-82" dirty="0">
              <a:solidFill>
                <a:srgbClr val="0070C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26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4"/>
          <p:cNvSpPr txBox="1">
            <a:spLocks/>
          </p:cNvSpPr>
          <p:nvPr/>
        </p:nvSpPr>
        <p:spPr bwMode="auto">
          <a:xfrm>
            <a:off x="371955" y="2082638"/>
            <a:ext cx="8012015" cy="182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9209" tIns="39604" rIns="79209" bIns="39604" numCol="1" anchor="ctr" anchorCtr="0" compatLnSpc="1">
            <a:prstTxWarp prst="textNoShape">
              <a:avLst/>
            </a:prstTxWarp>
          </a:bodyPr>
          <a:lstStyle>
            <a:lvl1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l" latinLnBrk="0">
              <a:lnSpc>
                <a:spcPct val="150000"/>
              </a:lnSpc>
            </a:pPr>
            <a:r>
              <a:rPr lang="ko-KR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◆ </a:t>
            </a:r>
            <a:r>
              <a:rPr lang="ko-KR" altLang="en-US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영국</a:t>
            </a:r>
            <a: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ETA </a:t>
            </a:r>
            <a:r>
              <a:rPr lang="ko-KR" altLang="en-US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준비물</a:t>
            </a:r>
            <a:b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b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유효한 여권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여권 </a:t>
            </a:r>
            <a:r>
              <a:rPr lang="ko-KR" altLang="en-US" sz="1508" dirty="0" err="1">
                <a:latin typeface="현대산스 Head" panose="020B0600000101010101" pitchFamily="50" charset="-127"/>
                <a:ea typeface="현대산스 Head" panose="020B0600000101010101" pitchFamily="50" charset="-127"/>
              </a:rPr>
              <a:t>스캔본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파일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증명사진 파일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(600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픽셀 이상 크기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)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사용 가능한 이메일 주소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결제 수단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: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신용카드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,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체크카드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, Apple pay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또는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Google pay </a:t>
            </a:r>
          </a:p>
          <a:p>
            <a:pPr lvl="0" algn="l" latinLnBrk="0">
              <a:lnSpc>
                <a:spcPct val="150000"/>
              </a:lnSpc>
            </a:pP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(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비용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: 1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인당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€ 10 /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약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17,000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원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–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환율에 따라 비용 차이가 발생할 수 있음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)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</a:t>
            </a:r>
            <a:br>
              <a:rPr lang="en-US" altLang="ko-KR" sz="1886" b="1" dirty="0"/>
            </a:br>
            <a:br>
              <a:rPr lang="en-US" altLang="ko-KR" sz="1886" b="1" dirty="0"/>
            </a:br>
            <a:endParaRPr lang="ko-KR" altLang="ko-KR" sz="1886" dirty="0"/>
          </a:p>
          <a:p>
            <a:pPr algn="l">
              <a:defRPr/>
            </a:pPr>
            <a:endParaRPr lang="ko-KR" altLang="en-US" sz="754" i="1" spc="-82" dirty="0">
              <a:solidFill>
                <a:srgbClr val="0070C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4" name="제목 4"/>
          <p:cNvSpPr txBox="1">
            <a:spLocks/>
          </p:cNvSpPr>
          <p:nvPr/>
        </p:nvSpPr>
        <p:spPr bwMode="auto">
          <a:xfrm>
            <a:off x="371955" y="4739180"/>
            <a:ext cx="7574699" cy="215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9209" tIns="39604" rIns="79209" bIns="39604" numCol="1" anchor="ctr" anchorCtr="0" compatLnSpc="1">
            <a:prstTxWarp prst="textNoShape">
              <a:avLst/>
            </a:prstTxWarp>
          </a:bodyPr>
          <a:lstStyle>
            <a:lvl1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l" latinLnBrk="0">
              <a:lnSpc>
                <a:spcPct val="150000"/>
              </a:lnSpc>
            </a:pPr>
            <a:r>
              <a:rPr lang="ko-KR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◆ </a:t>
            </a:r>
            <a:r>
              <a:rPr lang="ko-KR" altLang="en-US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영국</a:t>
            </a:r>
            <a: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ETA </a:t>
            </a:r>
            <a:r>
              <a:rPr lang="ko-KR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신청</a:t>
            </a:r>
            <a: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</a:t>
            </a:r>
            <a:r>
              <a:rPr lang="ko-KR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시</a:t>
            </a:r>
            <a: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 </a:t>
            </a:r>
            <a:r>
              <a:rPr lang="ko-KR" altLang="en-US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처리 기간</a:t>
            </a:r>
            <a:b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b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일반적으로 영업일 </a:t>
            </a:r>
            <a:r>
              <a:rPr lang="en-US" altLang="ko-KR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3</a:t>
            </a:r>
            <a:r>
              <a:rPr lang="ko-KR" altLang="en-US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일 이내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승인 결과 확인 가능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추가 심사 필요 시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,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최대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1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주일 소요 예정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여유 있게 출발 </a:t>
            </a:r>
            <a:r>
              <a:rPr lang="en-US" altLang="ko-KR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2</a:t>
            </a:r>
            <a:r>
              <a:rPr lang="ko-KR" altLang="en-US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주 전 신청 권장 </a:t>
            </a:r>
            <a:br>
              <a:rPr lang="en-US" altLang="ko-KR" sz="1886" b="1" dirty="0"/>
            </a:br>
            <a:br>
              <a:rPr lang="en-US" altLang="ko-KR" sz="1886" b="1" dirty="0"/>
            </a:br>
            <a:endParaRPr lang="ko-KR" altLang="ko-KR" sz="1886" dirty="0"/>
          </a:p>
          <a:p>
            <a:pPr algn="l">
              <a:defRPr/>
            </a:pPr>
            <a:endParaRPr lang="ko-KR" altLang="en-US" sz="754" i="1" spc="-82" dirty="0">
              <a:solidFill>
                <a:srgbClr val="0070C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464053" y="1973060"/>
            <a:ext cx="3655530" cy="1311128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[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파일 업로드 시 유의사항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]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※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여권 스캔 본 업로드 시 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    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프린트 </a:t>
            </a:r>
            <a:r>
              <a:rPr lang="ko-KR" altLang="en-US" sz="1320" b="1" dirty="0" err="1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스캔기로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진행한 깔끔한 파일 만 업로드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※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빛 번짐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,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빛 반사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,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흐릿한 사진 및 파일 업로드 불가 </a:t>
            </a:r>
            <a:endParaRPr lang="ko-KR" altLang="en-US" sz="1320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695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4"/>
          <p:cNvSpPr txBox="1">
            <a:spLocks/>
          </p:cNvSpPr>
          <p:nvPr/>
        </p:nvSpPr>
        <p:spPr bwMode="auto">
          <a:xfrm>
            <a:off x="346965" y="2638279"/>
            <a:ext cx="8012015" cy="2663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9209" tIns="39604" rIns="79209" bIns="39604" numCol="1" anchor="ctr" anchorCtr="0" compatLnSpc="1">
            <a:prstTxWarp prst="textNoShape">
              <a:avLst/>
            </a:prstTxWarp>
          </a:bodyPr>
          <a:lstStyle>
            <a:lvl1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l" latinLnBrk="0">
              <a:lnSpc>
                <a:spcPct val="150000"/>
              </a:lnSpc>
            </a:pPr>
            <a:r>
              <a:rPr lang="ko-KR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◆ </a:t>
            </a:r>
            <a:r>
              <a:rPr lang="ko-KR" altLang="en-US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영국</a:t>
            </a:r>
            <a: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ETA </a:t>
            </a:r>
            <a:r>
              <a:rPr lang="ko-KR" altLang="en-US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신청 시 유의 사항</a:t>
            </a:r>
            <a:b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br>
              <a:rPr lang="en-US" altLang="ko-KR" sz="1886" b="1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여행 최소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4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일 전 까지 신청 권장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여권 유효기간 </a:t>
            </a:r>
            <a:r>
              <a:rPr lang="en-US" altLang="ko-KR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6</a:t>
            </a:r>
            <a:r>
              <a:rPr lang="ko-KR" altLang="en-US" sz="1508" dirty="0">
                <a:solidFill>
                  <a:srgbClr val="0000FF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개월 이상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확인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정확한 개인 정보 입력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여권 정보 변경 시 새로운 </a:t>
            </a:r>
            <a:r>
              <a:rPr lang="en-US" altLang="ko-KR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ETA </a:t>
            </a:r>
            <a:r>
              <a:rPr lang="ko-KR" altLang="en-US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신청 필요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신청서 작성 결제 후 수정 및 환불 불가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항공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/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열차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/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선박 등 이동 방법과 관계없이 영국으로 입국 시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ETA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발급 필요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ETA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신청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20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분 이내 신청이 완료 되어야 정상 신청 가능 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  (※※ </a:t>
            </a:r>
            <a:r>
              <a:rPr lang="ko-KR" altLang="en-US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신청서 진행 과정 저장 안됩니다</a:t>
            </a:r>
            <a:r>
              <a:rPr lang="en-US" altLang="ko-KR" sz="1508" dirty="0">
                <a:solidFill>
                  <a:srgbClr val="C00000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)</a:t>
            </a:r>
            <a:b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</a:b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*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만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9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세 이하의 어린이는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ETA </a:t>
            </a:r>
            <a:r>
              <a:rPr lang="ko-KR" altLang="en-US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신청 시 얼굴 스캔 과정은 생략 </a:t>
            </a:r>
            <a:r>
              <a:rPr lang="en-US" altLang="ko-KR" sz="1508" dirty="0">
                <a:latin typeface="현대산스 Head" panose="020B0600000101010101" pitchFamily="50" charset="-127"/>
                <a:ea typeface="현대산스 Head" panose="020B0600000101010101" pitchFamily="50" charset="-127"/>
              </a:rPr>
              <a:t> </a:t>
            </a:r>
            <a:br>
              <a:rPr lang="en-US" altLang="ko-KR" sz="1886" b="1" dirty="0"/>
            </a:br>
            <a:br>
              <a:rPr lang="en-US" altLang="ko-KR" sz="1886" b="1" dirty="0"/>
            </a:br>
            <a:endParaRPr lang="ko-KR" altLang="ko-KR" sz="1886" dirty="0"/>
          </a:p>
          <a:p>
            <a:pPr algn="l">
              <a:defRPr/>
            </a:pPr>
            <a:r>
              <a:rPr lang="en-US" altLang="ko-KR" sz="754" i="1" spc="-82" dirty="0">
                <a:solidFill>
                  <a:srgbClr val="0070C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* </a:t>
            </a:r>
            <a:endParaRPr lang="ko-KR" altLang="en-US" sz="754" i="1" spc="-82" dirty="0">
              <a:solidFill>
                <a:srgbClr val="0070C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4891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46" y="1658212"/>
            <a:ext cx="5692070" cy="5029811"/>
          </a:xfrm>
          <a:prstGeom prst="rect">
            <a:avLst/>
          </a:prstGeom>
        </p:spPr>
      </p:pic>
      <p:sp>
        <p:nvSpPr>
          <p:cNvPr id="8" name="사각형 설명선 7"/>
          <p:cNvSpPr/>
          <p:nvPr/>
        </p:nvSpPr>
        <p:spPr>
          <a:xfrm>
            <a:off x="2074378" y="3981687"/>
            <a:ext cx="753061" cy="350406"/>
          </a:xfrm>
          <a:prstGeom prst="wedgeRectCallout">
            <a:avLst>
              <a:gd name="adj1" fmla="val -108377"/>
              <a:gd name="adj2" fmla="val -31703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1851213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12" y="1613264"/>
            <a:ext cx="8328870" cy="451422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185534" y="3622100"/>
            <a:ext cx="3219868" cy="353495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697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보안 코드 받을 이메일 주소 기입 </a:t>
            </a:r>
            <a:endParaRPr lang="ko-KR" altLang="en-US" sz="1697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4" name="사각형 설명선 3"/>
          <p:cNvSpPr/>
          <p:nvPr/>
        </p:nvSpPr>
        <p:spPr>
          <a:xfrm>
            <a:off x="2618804" y="4345213"/>
            <a:ext cx="690690" cy="394773"/>
          </a:xfrm>
          <a:prstGeom prst="wedgeRectCallout">
            <a:avLst>
              <a:gd name="adj1" fmla="val -101038"/>
              <a:gd name="adj2" fmla="val 15552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724339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58" y="1565517"/>
            <a:ext cx="6630940" cy="5022884"/>
          </a:xfrm>
          <a:prstGeom prst="rect">
            <a:avLst/>
          </a:prstGeom>
        </p:spPr>
      </p:pic>
      <p:sp>
        <p:nvSpPr>
          <p:cNvPr id="6" name="사각형 설명선 5"/>
          <p:cNvSpPr/>
          <p:nvPr/>
        </p:nvSpPr>
        <p:spPr>
          <a:xfrm>
            <a:off x="3891528" y="4273002"/>
            <a:ext cx="2542053" cy="847067"/>
          </a:xfrm>
          <a:prstGeom prst="wedgeRectCallout">
            <a:avLst>
              <a:gd name="adj1" fmla="val -129429"/>
              <a:gd name="adj2" fmla="val 1871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320" b="1" dirty="0">
                <a:solidFill>
                  <a:schemeClr val="accent2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※ </a:t>
            </a:r>
            <a:r>
              <a:rPr lang="ko-KR" altLang="en-US" sz="1320" b="1" dirty="0">
                <a:solidFill>
                  <a:schemeClr val="accent2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메일 확인 시 보안 코드 확인 후 </a:t>
            </a:r>
            <a:br>
              <a:rPr lang="en-US" altLang="ko-KR" sz="1320" b="1" dirty="0">
                <a:solidFill>
                  <a:schemeClr val="accent2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ko-KR" altLang="en-US" sz="1320" b="1" dirty="0">
                <a:solidFill>
                  <a:schemeClr val="accent2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보안 코드 번호 입력</a:t>
            </a:r>
            <a:endParaRPr lang="ko-KR" altLang="en-US" sz="1320" dirty="0">
              <a:solidFill>
                <a:schemeClr val="accent2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70140" y="1058594"/>
            <a:ext cx="2770516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이메일 에서 보안 코드 확인 하기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1894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12" y="1371439"/>
            <a:ext cx="6031425" cy="532593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76990" y="982516"/>
            <a:ext cx="3162808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신청 사이트로 돌아와 보안 코드 입력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5" name="사각형 설명선 4"/>
          <p:cNvSpPr/>
          <p:nvPr/>
        </p:nvSpPr>
        <p:spPr>
          <a:xfrm>
            <a:off x="1770973" y="4389327"/>
            <a:ext cx="1768825" cy="381090"/>
          </a:xfrm>
          <a:prstGeom prst="wedgeRectCallout">
            <a:avLst>
              <a:gd name="adj1" fmla="val -78490"/>
              <a:gd name="adj2" fmla="val 683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6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자리 보안 코드 입력</a:t>
            </a:r>
          </a:p>
        </p:txBody>
      </p:sp>
      <p:sp>
        <p:nvSpPr>
          <p:cNvPr id="7" name="사각형 설명선 6"/>
          <p:cNvSpPr/>
          <p:nvPr/>
        </p:nvSpPr>
        <p:spPr>
          <a:xfrm>
            <a:off x="1542944" y="5116032"/>
            <a:ext cx="634264" cy="335866"/>
          </a:xfrm>
          <a:prstGeom prst="wedgeRectCallout">
            <a:avLst>
              <a:gd name="adj1" fmla="val -75417"/>
              <a:gd name="adj2" fmla="val -6171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159528" y="2682303"/>
            <a:ext cx="1313587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 이메일 주소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816323" y="4350849"/>
            <a:ext cx="3460856" cy="904863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※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보안 코드는 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10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분간 유효 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※ 10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분이 지난 경우 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: Resend security code’      </a:t>
            </a:r>
          </a:p>
          <a:p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   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눌러서 새로운 보안 코드 받기</a:t>
            </a:r>
            <a:endParaRPr lang="ko-KR" altLang="en-US" sz="1320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987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90" y="1403085"/>
            <a:ext cx="5139378" cy="4023306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76991" y="982516"/>
            <a:ext cx="2009504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여권 사진 업로드 단계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42218" y="5541658"/>
            <a:ext cx="3180732" cy="1020536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※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여권 사진 업로드 시 유의 사항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※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빛 반사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,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빛 번짐 없이 선명한 사진 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508" b="1" dirty="0" err="1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스캔기로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깔끔하게 스캔한 사진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404" y="1180414"/>
            <a:ext cx="4824017" cy="5362991"/>
          </a:xfrm>
          <a:prstGeom prst="rect">
            <a:avLst/>
          </a:prstGeom>
        </p:spPr>
      </p:pic>
      <p:sp>
        <p:nvSpPr>
          <p:cNvPr id="11" name="사각형 설명선 10"/>
          <p:cNvSpPr/>
          <p:nvPr/>
        </p:nvSpPr>
        <p:spPr>
          <a:xfrm>
            <a:off x="5678703" y="6313517"/>
            <a:ext cx="1530761" cy="397821"/>
          </a:xfrm>
          <a:prstGeom prst="wedgeRectCallout">
            <a:avLst>
              <a:gd name="adj1" fmla="val -75417"/>
              <a:gd name="adj2" fmla="val -6171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설명 확인 후 클릭</a:t>
            </a:r>
          </a:p>
        </p:txBody>
      </p:sp>
    </p:spTree>
    <p:extLst>
      <p:ext uri="{BB962C8B-B14F-4D97-AF65-F5344CB8AC3E}">
        <p14:creationId xmlns:p14="http://schemas.microsoft.com/office/powerpoint/2010/main" val="819243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76990" y="1056678"/>
            <a:ext cx="2009504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여권 사진 업로드 단계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4" y="1301720"/>
            <a:ext cx="5931750" cy="5303984"/>
          </a:xfrm>
          <a:prstGeom prst="rect">
            <a:avLst/>
          </a:prstGeom>
        </p:spPr>
      </p:pic>
      <p:sp>
        <p:nvSpPr>
          <p:cNvPr id="7" name="사각형 설명선 6"/>
          <p:cNvSpPr/>
          <p:nvPr/>
        </p:nvSpPr>
        <p:spPr>
          <a:xfrm>
            <a:off x="2224063" y="4332258"/>
            <a:ext cx="2861295" cy="335866"/>
          </a:xfrm>
          <a:prstGeom prst="wedgeRectCallout">
            <a:avLst>
              <a:gd name="adj1" fmla="val -83019"/>
              <a:gd name="adj2" fmla="val 27681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1.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 후 업로드 할 여권 사진 파일 선택 </a:t>
            </a:r>
          </a:p>
        </p:txBody>
      </p:sp>
      <p:sp>
        <p:nvSpPr>
          <p:cNvPr id="9" name="사각형 설명선 8"/>
          <p:cNvSpPr/>
          <p:nvPr/>
        </p:nvSpPr>
        <p:spPr>
          <a:xfrm>
            <a:off x="3133055" y="5245286"/>
            <a:ext cx="4354417" cy="391627"/>
          </a:xfrm>
          <a:prstGeom prst="wedgeRectCallout">
            <a:avLst>
              <a:gd name="adj1" fmla="val -65243"/>
              <a:gd name="adj2" fmla="val 32334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2. ‘No file chosen’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문구 자리에 업로드한 파일명이 보이면 완료</a:t>
            </a:r>
          </a:p>
        </p:txBody>
      </p:sp>
      <p:sp>
        <p:nvSpPr>
          <p:cNvPr id="10" name="사각형 설명선 9"/>
          <p:cNvSpPr/>
          <p:nvPr/>
        </p:nvSpPr>
        <p:spPr>
          <a:xfrm>
            <a:off x="1381742" y="6269837"/>
            <a:ext cx="634264" cy="335866"/>
          </a:xfrm>
          <a:prstGeom prst="wedgeRectCallout">
            <a:avLst>
              <a:gd name="adj1" fmla="val -75417"/>
              <a:gd name="adj2" fmla="val -6171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3.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2145021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90" y="1491810"/>
            <a:ext cx="6695031" cy="458793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76989" y="1093759"/>
            <a:ext cx="2646736" cy="55643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업로드한 여권 이미지 확인 단계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7" name="사각형 설명선 6"/>
          <p:cNvSpPr/>
          <p:nvPr/>
        </p:nvSpPr>
        <p:spPr>
          <a:xfrm>
            <a:off x="4471100" y="4422790"/>
            <a:ext cx="2222049" cy="335866"/>
          </a:xfrm>
          <a:prstGeom prst="wedgeRectCallout">
            <a:avLst>
              <a:gd name="adj1" fmla="val -70399"/>
              <a:gd name="adj2" fmla="val -185323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업로드한 여권 이미지 확인 </a:t>
            </a:r>
          </a:p>
        </p:txBody>
      </p:sp>
      <p:sp>
        <p:nvSpPr>
          <p:cNvPr id="10" name="사각형 설명선 9"/>
          <p:cNvSpPr/>
          <p:nvPr/>
        </p:nvSpPr>
        <p:spPr>
          <a:xfrm>
            <a:off x="1383226" y="5890292"/>
            <a:ext cx="634264" cy="335866"/>
          </a:xfrm>
          <a:prstGeom prst="wedgeRectCallout">
            <a:avLst>
              <a:gd name="adj1" fmla="val -75417"/>
              <a:gd name="adj2" fmla="val -6171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412164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435211" y="3481306"/>
            <a:ext cx="3455671" cy="904863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영문이름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,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여권번호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,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만료 기한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,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생년월일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,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국적    </a:t>
            </a:r>
            <a:endParaRPr lang="en-US" altLang="ko-KR" sz="1320" b="1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  <a:p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 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여권발급국가 내용 확인 필수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!!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자동 기입 오류 시 </a:t>
            </a: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‘CHANGE’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눌러서 수정 </a:t>
            </a:r>
            <a:endParaRPr lang="ko-KR" altLang="en-US" sz="1320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0" name="사각형 설명선 9"/>
          <p:cNvSpPr/>
          <p:nvPr/>
        </p:nvSpPr>
        <p:spPr>
          <a:xfrm>
            <a:off x="1383226" y="5890292"/>
            <a:ext cx="634264" cy="335866"/>
          </a:xfrm>
          <a:prstGeom prst="wedgeRectCallout">
            <a:avLst>
              <a:gd name="adj1" fmla="val -75417"/>
              <a:gd name="adj2" fmla="val -6171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21" y="995010"/>
            <a:ext cx="4843990" cy="5730833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435211" y="4562258"/>
            <a:ext cx="1449389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영문 이름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435211" y="4863752"/>
            <a:ext cx="1449389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여권번호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435211" y="5121690"/>
            <a:ext cx="1449389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만료 기한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462348" y="5364334"/>
            <a:ext cx="1422253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생년월일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462348" y="5604562"/>
            <a:ext cx="1422253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국적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435211" y="5864917"/>
            <a:ext cx="1449390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여권발급 국가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6" name="사각형 설명선 15"/>
          <p:cNvSpPr/>
          <p:nvPr/>
        </p:nvSpPr>
        <p:spPr>
          <a:xfrm>
            <a:off x="2492363" y="6181707"/>
            <a:ext cx="1018659" cy="406693"/>
          </a:xfrm>
          <a:prstGeom prst="wedgeRectCallout">
            <a:avLst>
              <a:gd name="adj1" fmla="val -190790"/>
              <a:gd name="adj2" fmla="val 4439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확인 후 클릭</a:t>
            </a:r>
          </a:p>
        </p:txBody>
      </p:sp>
    </p:spTree>
    <p:extLst>
      <p:ext uri="{BB962C8B-B14F-4D97-AF65-F5344CB8AC3E}">
        <p14:creationId xmlns:p14="http://schemas.microsoft.com/office/powerpoint/2010/main" val="509206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5" y="1266168"/>
            <a:ext cx="4454374" cy="479905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65175" y="1036843"/>
            <a:ext cx="2008867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얼굴 사진 업로드 단계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0" name="사각형 설명선 9"/>
          <p:cNvSpPr/>
          <p:nvPr/>
        </p:nvSpPr>
        <p:spPr>
          <a:xfrm>
            <a:off x="4513555" y="5057171"/>
            <a:ext cx="4117084" cy="395272"/>
          </a:xfrm>
          <a:prstGeom prst="wedgeRectCallout">
            <a:avLst>
              <a:gd name="adj1" fmla="val -98757"/>
              <a:gd name="adj2" fmla="val -87005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★일반 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pc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에서 신청 중일 경우 이므로 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‘skip this step’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  <p:sp>
        <p:nvSpPr>
          <p:cNvPr id="16" name="사각형 설명선 15"/>
          <p:cNvSpPr/>
          <p:nvPr/>
        </p:nvSpPr>
        <p:spPr>
          <a:xfrm>
            <a:off x="1849223" y="5861875"/>
            <a:ext cx="7084515" cy="776504"/>
          </a:xfrm>
          <a:prstGeom prst="wedgeRectCallout">
            <a:avLst>
              <a:gd name="adj1" fmla="val -65177"/>
              <a:gd name="adj2" fmla="val -61294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★ 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Continue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버튼 누르지 마세요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!! </a:t>
            </a:r>
            <a:b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</a:b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실수로 눌렀다면 내 기기에 카메라가 없다는 안내문 등장 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/ ‘continue without scanning your face’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  <p:sp>
        <p:nvSpPr>
          <p:cNvPr id="3" name="타원 2"/>
          <p:cNvSpPr/>
          <p:nvPr/>
        </p:nvSpPr>
        <p:spPr>
          <a:xfrm>
            <a:off x="1889125" y="4471148"/>
            <a:ext cx="899218" cy="417162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ko-KR" altLang="en-US" sz="1131" b="1" dirty="0">
              <a:latin typeface="현대산스 Text Medium" panose="020B0600000101010101" pitchFamily="50" charset="-127"/>
              <a:ea typeface="현대산스 Text Medium" panose="020B0600000101010101" pitchFamily="50" charset="-127"/>
              <a:cs typeface="Hyundai Sans Head"/>
            </a:endParaRPr>
          </a:p>
        </p:txBody>
      </p:sp>
    </p:spTree>
    <p:extLst>
      <p:ext uri="{BB962C8B-B14F-4D97-AF65-F5344CB8AC3E}">
        <p14:creationId xmlns:p14="http://schemas.microsoft.com/office/powerpoint/2010/main" val="273388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65176" y="990492"/>
            <a:ext cx="1971382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</a:t>
            </a:r>
            <a:r>
              <a:rPr lang="ko-KR" altLang="en-US" sz="1508" b="1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얼굴 사진 업로드 단계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64" y="1438478"/>
            <a:ext cx="4024987" cy="514992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835043" y="1525943"/>
            <a:ext cx="3758047" cy="194944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※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사진 업로드 시 주의 사항 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깔끔한 흰색 배경 사진 가능 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배경에 사물이나 물건 없는 사진만 가능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머리와 어깨 그리고 상체가 반영된 사진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배경에 그림자와 빛 반사가 없는 사진</a:t>
            </a:r>
            <a:endParaRPr lang="ko-KR" altLang="en-US" sz="1320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8" name="사각형 설명선 7"/>
          <p:cNvSpPr/>
          <p:nvPr/>
        </p:nvSpPr>
        <p:spPr>
          <a:xfrm>
            <a:off x="3650711" y="6181707"/>
            <a:ext cx="1018659" cy="406693"/>
          </a:xfrm>
          <a:prstGeom prst="wedgeRectCallout">
            <a:avLst>
              <a:gd name="adj1" fmla="val -222681"/>
              <a:gd name="adj2" fmla="val 1673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확인 후 클릭</a:t>
            </a:r>
          </a:p>
        </p:txBody>
      </p:sp>
    </p:spTree>
    <p:extLst>
      <p:ext uri="{BB962C8B-B14F-4D97-AF65-F5344CB8AC3E}">
        <p14:creationId xmlns:p14="http://schemas.microsoft.com/office/powerpoint/2010/main" val="3161783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1423225"/>
            <a:ext cx="6019677" cy="491528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65176" y="990492"/>
            <a:ext cx="1971382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</a:t>
            </a:r>
            <a:r>
              <a:rPr lang="ko-KR" altLang="en-US" sz="1508" b="1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얼굴 사진 업로드 단계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8" name="사각형 설명선 7"/>
          <p:cNvSpPr/>
          <p:nvPr/>
        </p:nvSpPr>
        <p:spPr>
          <a:xfrm>
            <a:off x="3463996" y="4432444"/>
            <a:ext cx="3782953" cy="406693"/>
          </a:xfrm>
          <a:prstGeom prst="wedgeRectCallout">
            <a:avLst>
              <a:gd name="adj1" fmla="val -98348"/>
              <a:gd name="adj2" fmla="val 13963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1. Choose file’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 후 업로드 할 얼굴 사진 파일 선택</a:t>
            </a:r>
          </a:p>
        </p:txBody>
      </p:sp>
      <p:sp>
        <p:nvSpPr>
          <p:cNvPr id="9" name="사각형 설명선 8"/>
          <p:cNvSpPr/>
          <p:nvPr/>
        </p:nvSpPr>
        <p:spPr>
          <a:xfrm>
            <a:off x="3463995" y="5197194"/>
            <a:ext cx="4354417" cy="391627"/>
          </a:xfrm>
          <a:prstGeom prst="wedgeRectCallout">
            <a:avLst>
              <a:gd name="adj1" fmla="val -64669"/>
              <a:gd name="adj2" fmla="val 362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2. ‘No file chosen’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문구 자리에 업로드한 파일명이 보이면 완료</a:t>
            </a:r>
          </a:p>
        </p:txBody>
      </p:sp>
      <p:sp>
        <p:nvSpPr>
          <p:cNvPr id="10" name="사각형 설명선 9"/>
          <p:cNvSpPr/>
          <p:nvPr/>
        </p:nvSpPr>
        <p:spPr>
          <a:xfrm>
            <a:off x="3463996" y="5946878"/>
            <a:ext cx="1221531" cy="406693"/>
          </a:xfrm>
          <a:prstGeom prst="wedgeRectCallout">
            <a:avLst>
              <a:gd name="adj1" fmla="val -249498"/>
              <a:gd name="adj2" fmla="val -41931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3.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확인 후 클릭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5844314" y="1955713"/>
            <a:ext cx="3758047" cy="194944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※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사진 업로드 시 주의 사항 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깔끔한 흰색 배경 사진 가능 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배경에 사물이나 물건 없는 사진만 가능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머리와 어깨 그리고 상체가 반영된 사진</a:t>
            </a: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</a:t>
            </a:r>
            <a:r>
              <a:rPr lang="ko-KR" altLang="en-US" sz="132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배경에 그림자와 빛 반사가 없는 사진</a:t>
            </a:r>
            <a:endParaRPr lang="ko-KR" altLang="en-US" sz="1320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8185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1524618"/>
            <a:ext cx="7202997" cy="430547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65176" y="990492"/>
            <a:ext cx="1971382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</a:t>
            </a:r>
            <a:r>
              <a:rPr lang="ko-KR" altLang="en-US" sz="1508" b="1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얼굴 사진 업로드 단계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334413" y="3042365"/>
            <a:ext cx="2336516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업로드한 얼굴 사진 확인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8" name="사각형 설명선 7"/>
          <p:cNvSpPr/>
          <p:nvPr/>
        </p:nvSpPr>
        <p:spPr>
          <a:xfrm>
            <a:off x="3072977" y="3546448"/>
            <a:ext cx="2637118" cy="406693"/>
          </a:xfrm>
          <a:prstGeom prst="wedgeRectCallout">
            <a:avLst>
              <a:gd name="adj1" fmla="val -117498"/>
              <a:gd name="adj2" fmla="val 8432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현재 업로드 한 사진 </a:t>
            </a:r>
            <a:r>
              <a:rPr lang="ko-KR" altLang="en-US" sz="1320" b="1" dirty="0" err="1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으로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 진행 시 클릭</a:t>
            </a:r>
          </a:p>
        </p:txBody>
      </p:sp>
      <p:sp>
        <p:nvSpPr>
          <p:cNvPr id="9" name="사각형 설명선 8"/>
          <p:cNvSpPr/>
          <p:nvPr/>
        </p:nvSpPr>
        <p:spPr>
          <a:xfrm>
            <a:off x="3358150" y="4323495"/>
            <a:ext cx="2448222" cy="303233"/>
          </a:xfrm>
          <a:prstGeom prst="wedgeRectCallout">
            <a:avLst>
              <a:gd name="adj1" fmla="val -66710"/>
              <a:gd name="adj2" fmla="val 20102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다른 사진 업로드 시 클릭 후 </a:t>
            </a:r>
            <a:r>
              <a:rPr lang="ko-KR" altLang="en-US" sz="1320" b="1" dirty="0" err="1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재진행</a:t>
            </a:r>
            <a:endParaRPr lang="ko-KR" altLang="en-US" sz="1320" b="1" dirty="0">
              <a:solidFill>
                <a:srgbClr val="FF0000"/>
              </a:solidFill>
              <a:latin typeface="현대산스 Text" panose="020B0600000101010101" pitchFamily="50" charset="-127"/>
              <a:ea typeface="현대산스 Text" panose="020B0600000101010101" pitchFamily="50" charset="-127"/>
              <a:cs typeface="Hyundai Sans Head"/>
            </a:endParaRPr>
          </a:p>
        </p:txBody>
      </p:sp>
      <p:sp>
        <p:nvSpPr>
          <p:cNvPr id="10" name="사각형 설명선 9"/>
          <p:cNvSpPr/>
          <p:nvPr/>
        </p:nvSpPr>
        <p:spPr>
          <a:xfrm>
            <a:off x="1015027" y="5123524"/>
            <a:ext cx="1221531" cy="406693"/>
          </a:xfrm>
          <a:prstGeom prst="wedgeRectCallout">
            <a:avLst>
              <a:gd name="adj1" fmla="val -79041"/>
              <a:gd name="adj2" fmla="val -50851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확인 후 클릭</a:t>
            </a:r>
          </a:p>
        </p:txBody>
      </p:sp>
    </p:spTree>
    <p:extLst>
      <p:ext uri="{BB962C8B-B14F-4D97-AF65-F5344CB8AC3E}">
        <p14:creationId xmlns:p14="http://schemas.microsoft.com/office/powerpoint/2010/main" val="2449856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65176" y="990492"/>
            <a:ext cx="1858930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개인 정보 입력 단계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65176" y="1525630"/>
            <a:ext cx="1517936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주 체류지역 선택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29B1BE0-3CDE-CD65-F248-71580A6C7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59" y="2060768"/>
            <a:ext cx="4651947" cy="3843694"/>
          </a:xfrm>
          <a:prstGeom prst="rect">
            <a:avLst/>
          </a:prstGeom>
        </p:spPr>
      </p:pic>
      <p:sp>
        <p:nvSpPr>
          <p:cNvPr id="8" name="사각형 설명선 7"/>
          <p:cNvSpPr/>
          <p:nvPr/>
        </p:nvSpPr>
        <p:spPr>
          <a:xfrm>
            <a:off x="5041107" y="2531946"/>
            <a:ext cx="2851697" cy="756260"/>
          </a:xfrm>
          <a:prstGeom prst="wedgeRectCallout">
            <a:avLst>
              <a:gd name="adj1" fmla="val -134725"/>
              <a:gd name="adj2" fmla="val 66658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어디에서 주로 체류할 지 체크</a:t>
            </a:r>
            <a:endParaRPr lang="en-US" altLang="ko-KR" sz="1320" b="1" dirty="0">
              <a:solidFill>
                <a:srgbClr val="FF0000"/>
              </a:solidFill>
              <a:latin typeface="현대산스 Text" panose="020B0600000101010101" pitchFamily="50" charset="-127"/>
              <a:ea typeface="현대산스 Text" panose="020B0600000101010101" pitchFamily="50" charset="-127"/>
              <a:cs typeface="Hyundai Sans Head"/>
            </a:endParaRPr>
          </a:p>
          <a:p>
            <a:pPr algn="ctr"/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(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주로 영국에서 체류하기에 영국 체크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)</a:t>
            </a:r>
            <a:endParaRPr lang="ko-KR" altLang="en-US" sz="1320" b="1" dirty="0">
              <a:solidFill>
                <a:srgbClr val="FF0000"/>
              </a:solidFill>
              <a:latin typeface="현대산스 Text" panose="020B0600000101010101" pitchFamily="50" charset="-127"/>
              <a:ea typeface="현대산스 Text" panose="020B0600000101010101" pitchFamily="50" charset="-127"/>
              <a:cs typeface="Hyundai Sans Head"/>
            </a:endParaRPr>
          </a:p>
        </p:txBody>
      </p:sp>
      <p:sp>
        <p:nvSpPr>
          <p:cNvPr id="10" name="사각형 설명선 9"/>
          <p:cNvSpPr/>
          <p:nvPr/>
        </p:nvSpPr>
        <p:spPr>
          <a:xfrm>
            <a:off x="2004408" y="5142930"/>
            <a:ext cx="710725" cy="390330"/>
          </a:xfrm>
          <a:prstGeom prst="wedgeRectCallout">
            <a:avLst>
              <a:gd name="adj1" fmla="val -100137"/>
              <a:gd name="adj2" fmla="val -31645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2114115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56" y="1777884"/>
            <a:ext cx="5083955" cy="479809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65176" y="990492"/>
            <a:ext cx="1858930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개인 정보 입력 단계</a:t>
            </a:r>
            <a:endParaRPr lang="ko-KR" altLang="en-US" sz="1508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65176" y="1525630"/>
            <a:ext cx="1517936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핸드폰 번호 입력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8" name="사각형 설명선 7"/>
          <p:cNvSpPr/>
          <p:nvPr/>
        </p:nvSpPr>
        <p:spPr>
          <a:xfrm>
            <a:off x="4897208" y="2661617"/>
            <a:ext cx="4336403" cy="1102972"/>
          </a:xfrm>
          <a:prstGeom prst="wedgeRectCallout">
            <a:avLst>
              <a:gd name="adj1" fmla="val -73982"/>
              <a:gd name="adj2" fmla="val 108993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예시 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) 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휴대폰 번호 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010-1234-5678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일 때 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,</a:t>
            </a:r>
            <a:b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</a:br>
            <a:b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</a:b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핸드폰 번호에서 첫번째 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0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빼고 국가 번호 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+82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입력 후 </a:t>
            </a:r>
            <a:b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</a:b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+821012345678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으로 기입</a:t>
            </a:r>
          </a:p>
        </p:txBody>
      </p:sp>
      <p:sp>
        <p:nvSpPr>
          <p:cNvPr id="10" name="사각형 설명선 9"/>
          <p:cNvSpPr/>
          <p:nvPr/>
        </p:nvSpPr>
        <p:spPr>
          <a:xfrm>
            <a:off x="1513339" y="5685788"/>
            <a:ext cx="710725" cy="390330"/>
          </a:xfrm>
          <a:prstGeom prst="wedgeRectCallout">
            <a:avLst>
              <a:gd name="adj1" fmla="val -100137"/>
              <a:gd name="adj2" fmla="val -31645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1025233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18" y="1439763"/>
            <a:ext cx="5654904" cy="520811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30118" y="1058250"/>
            <a:ext cx="2050373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집 주소 입력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(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영문 기입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)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0" name="사각형 설명선 9"/>
          <p:cNvSpPr/>
          <p:nvPr/>
        </p:nvSpPr>
        <p:spPr>
          <a:xfrm>
            <a:off x="1500844" y="6035641"/>
            <a:ext cx="710725" cy="390330"/>
          </a:xfrm>
          <a:prstGeom prst="wedgeRectCallout">
            <a:avLst>
              <a:gd name="adj1" fmla="val -100137"/>
              <a:gd name="adj2" fmla="val -31645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784028" y="2395403"/>
            <a:ext cx="4024340" cy="788486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자택 영문 주소 필수 기입 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 (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예시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: HYUNDAI RO, SEOCHO GU, SEOUL ,    </a:t>
            </a:r>
          </a:p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            REPUBLIC OF KOREA)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078498" y="4323637"/>
            <a:ext cx="4024340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도시명 기입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(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예시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: SEOUL, SEONGNAM.. )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784028" y="5627971"/>
            <a:ext cx="4024340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국가 기입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(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예시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: SOUTH KOREA)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7870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044" y="1114438"/>
            <a:ext cx="5221325" cy="541583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88" y="1114438"/>
            <a:ext cx="4001961" cy="5116368"/>
          </a:xfrm>
          <a:prstGeom prst="rect">
            <a:avLst/>
          </a:prstGeom>
        </p:spPr>
      </p:pic>
      <p:sp>
        <p:nvSpPr>
          <p:cNvPr id="10" name="사각형 설명선 9"/>
          <p:cNvSpPr/>
          <p:nvPr/>
        </p:nvSpPr>
        <p:spPr>
          <a:xfrm>
            <a:off x="1126001" y="4836146"/>
            <a:ext cx="710725" cy="390330"/>
          </a:xfrm>
          <a:prstGeom prst="wedgeRectCallout">
            <a:avLst>
              <a:gd name="adj1" fmla="val -100137"/>
              <a:gd name="adj2" fmla="val -31645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126001" y="2337762"/>
            <a:ext cx="3461042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질문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: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한국 국적 외 다른 국적이 있나요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?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7197706" y="1323126"/>
            <a:ext cx="2287572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질문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: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직업이 있습니까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?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314814" y="2105613"/>
            <a:ext cx="2491962" cy="788486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네 있습니다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. 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체크 후 하단에 직업 입력 하기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4" name="사각형 설명선 13"/>
          <p:cNvSpPr/>
          <p:nvPr/>
        </p:nvSpPr>
        <p:spPr>
          <a:xfrm>
            <a:off x="5830271" y="5579584"/>
            <a:ext cx="710725" cy="390330"/>
          </a:xfrm>
          <a:prstGeom prst="wedgeRectCallout">
            <a:avLst>
              <a:gd name="adj1" fmla="val -100137"/>
              <a:gd name="adj2" fmla="val -31645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1996308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037" y="1019297"/>
            <a:ext cx="3861655" cy="546914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88" y="1112303"/>
            <a:ext cx="4211898" cy="5251192"/>
          </a:xfrm>
          <a:prstGeom prst="rect">
            <a:avLst/>
          </a:prstGeom>
        </p:spPr>
      </p:pic>
      <p:sp>
        <p:nvSpPr>
          <p:cNvPr id="10" name="사각형 설명선 9"/>
          <p:cNvSpPr/>
          <p:nvPr/>
        </p:nvSpPr>
        <p:spPr>
          <a:xfrm>
            <a:off x="1319670" y="5384419"/>
            <a:ext cx="710725" cy="390330"/>
          </a:xfrm>
          <a:prstGeom prst="wedgeRectCallout">
            <a:avLst>
              <a:gd name="adj1" fmla="val -100137"/>
              <a:gd name="adj2" fmla="val -31645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13801" y="2105613"/>
            <a:ext cx="3461042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질문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: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형사 유죄 판결을 받은 적 있습니까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?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909232" y="2018869"/>
            <a:ext cx="4759179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질문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: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다음 중 하나에 연루 되었거나 의심 받은 적 있습니까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?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4" name="사각형 설명선 13"/>
          <p:cNvSpPr/>
          <p:nvPr/>
        </p:nvSpPr>
        <p:spPr>
          <a:xfrm>
            <a:off x="5767798" y="5479625"/>
            <a:ext cx="710725" cy="390330"/>
          </a:xfrm>
          <a:prstGeom prst="wedgeRectCallout">
            <a:avLst>
              <a:gd name="adj1" fmla="val -100137"/>
              <a:gd name="adj2" fmla="val -31645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1837425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48" y="1447392"/>
            <a:ext cx="5196337" cy="5225636"/>
          </a:xfrm>
          <a:prstGeom prst="rect">
            <a:avLst/>
          </a:prstGeom>
        </p:spPr>
      </p:pic>
      <p:sp>
        <p:nvSpPr>
          <p:cNvPr id="10" name="사각형 설명선 9"/>
          <p:cNvSpPr/>
          <p:nvPr/>
        </p:nvSpPr>
        <p:spPr>
          <a:xfrm>
            <a:off x="1910045" y="5709281"/>
            <a:ext cx="1079319" cy="391824"/>
          </a:xfrm>
          <a:prstGeom prst="wedgeRectCallout">
            <a:avLst>
              <a:gd name="adj1" fmla="val -103610"/>
              <a:gd name="adj2" fmla="val 32132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확인 후 클릭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38748" y="993582"/>
            <a:ext cx="4179829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지금까지 입력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/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답변한 내용을 최종 확인하는 단계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4" name="사각형 설명선 13"/>
          <p:cNvSpPr/>
          <p:nvPr/>
        </p:nvSpPr>
        <p:spPr>
          <a:xfrm>
            <a:off x="5980209" y="2143530"/>
            <a:ext cx="3053487" cy="421566"/>
          </a:xfrm>
          <a:prstGeom prst="wedgeRectCallout">
            <a:avLst>
              <a:gd name="adj1" fmla="val -55899"/>
              <a:gd name="adj2" fmla="val 108371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틀린 내용이 있다면 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Change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 후 수정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798400" y="1447392"/>
            <a:ext cx="1586832" cy="352688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131" b="1" dirty="0">
                <a:latin typeface="현대산스 Text Medium" panose="020B0600000101010101" pitchFamily="50" charset="-127"/>
                <a:ea typeface="현대산스 Text Medium" panose="020B0600000101010101" pitchFamily="50" charset="-127"/>
                <a:cs typeface="Hyundai Sans Head"/>
              </a:rPr>
              <a:t>신청자 영문 이름 </a:t>
            </a:r>
          </a:p>
        </p:txBody>
      </p:sp>
    </p:spTree>
    <p:extLst>
      <p:ext uri="{BB962C8B-B14F-4D97-AF65-F5344CB8AC3E}">
        <p14:creationId xmlns:p14="http://schemas.microsoft.com/office/powerpoint/2010/main" val="786764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67" y="1447392"/>
            <a:ext cx="6421296" cy="4653713"/>
          </a:xfrm>
          <a:prstGeom prst="rect">
            <a:avLst/>
          </a:prstGeom>
        </p:spPr>
      </p:pic>
      <p:sp>
        <p:nvSpPr>
          <p:cNvPr id="10" name="사각형 설명선 9"/>
          <p:cNvSpPr/>
          <p:nvPr/>
        </p:nvSpPr>
        <p:spPr>
          <a:xfrm>
            <a:off x="2845502" y="5122029"/>
            <a:ext cx="1079319" cy="391824"/>
          </a:xfrm>
          <a:prstGeom prst="wedgeRectCallout">
            <a:avLst>
              <a:gd name="adj1" fmla="val -103610"/>
              <a:gd name="adj2" fmla="val 32132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확인 후 클릭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924822" y="2621159"/>
            <a:ext cx="4921453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귀하가 제공한 정보가 정확하다는 것을 확인 하는 것 입니다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.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4" name="사각형 설명선 13"/>
          <p:cNvSpPr/>
          <p:nvPr/>
        </p:nvSpPr>
        <p:spPr>
          <a:xfrm>
            <a:off x="4188470" y="3114863"/>
            <a:ext cx="3470805" cy="1144843"/>
          </a:xfrm>
          <a:prstGeom prst="wedgeRectCallout">
            <a:avLst>
              <a:gd name="adj1" fmla="val -73792"/>
              <a:gd name="adj2" fmla="val 1921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허위 정보를 제공한 경우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: </a:t>
            </a:r>
            <a:b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</a:br>
            <a:b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</a:b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-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귀하의 신청서는 거부될 수 있습니다</a:t>
            </a:r>
            <a:b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</a:b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-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귀하는 기소될 수 있습니다</a:t>
            </a:r>
            <a:b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</a:b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-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귀하는 영국에서 추방될 수 있습니다</a:t>
            </a:r>
          </a:p>
        </p:txBody>
      </p:sp>
      <p:sp>
        <p:nvSpPr>
          <p:cNvPr id="8" name="사각형 설명선 7"/>
          <p:cNvSpPr/>
          <p:nvPr/>
        </p:nvSpPr>
        <p:spPr>
          <a:xfrm>
            <a:off x="5461783" y="4876623"/>
            <a:ext cx="4434050" cy="912115"/>
          </a:xfrm>
          <a:prstGeom prst="wedgeRectCallout">
            <a:avLst>
              <a:gd name="adj1" fmla="val -38003"/>
              <a:gd name="adj2" fmla="val -7310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다른 사람을 대신하여 신청하는 경우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, </a:t>
            </a:r>
            <a:b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</a:b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신청서가 완전하고 정확하다는 것을 해당 사람에게 확인 해야합니다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.</a:t>
            </a:r>
            <a:endParaRPr lang="ko-KR" altLang="en-US" sz="1320" b="1" dirty="0">
              <a:solidFill>
                <a:srgbClr val="FF0000"/>
              </a:solidFill>
              <a:latin typeface="현대산스 Text" panose="020B0600000101010101" pitchFamily="50" charset="-127"/>
              <a:ea typeface="현대산스 Text" panose="020B0600000101010101" pitchFamily="50" charset="-127"/>
              <a:cs typeface="Hyundai Sans Head"/>
            </a:endParaRPr>
          </a:p>
        </p:txBody>
      </p:sp>
    </p:spTree>
    <p:extLst>
      <p:ext uri="{BB962C8B-B14F-4D97-AF65-F5344CB8AC3E}">
        <p14:creationId xmlns:p14="http://schemas.microsoft.com/office/powerpoint/2010/main" val="3937273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95" y="1606125"/>
            <a:ext cx="8099544" cy="3419070"/>
          </a:xfrm>
          <a:prstGeom prst="rect">
            <a:avLst/>
          </a:prstGeom>
        </p:spPr>
      </p:pic>
      <p:sp>
        <p:nvSpPr>
          <p:cNvPr id="10" name="사각형 설명선 9"/>
          <p:cNvSpPr/>
          <p:nvPr/>
        </p:nvSpPr>
        <p:spPr>
          <a:xfrm>
            <a:off x="2095818" y="3553941"/>
            <a:ext cx="727993" cy="448052"/>
          </a:xfrm>
          <a:prstGeom prst="wedgeRectCallout">
            <a:avLst>
              <a:gd name="adj1" fmla="val -103610"/>
              <a:gd name="adj2" fmla="val 32132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클릭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22218" y="1286920"/>
            <a:ext cx="3147200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질문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: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어느 나라에서 신청 하시나요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?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4" name="사각형 설명선 13"/>
          <p:cNvSpPr/>
          <p:nvPr/>
        </p:nvSpPr>
        <p:spPr>
          <a:xfrm>
            <a:off x="7432220" y="3553941"/>
            <a:ext cx="1809004" cy="487295"/>
          </a:xfrm>
          <a:prstGeom prst="wedgeRectCallout">
            <a:avLst>
              <a:gd name="adj1" fmla="val -57906"/>
              <a:gd name="adj2" fmla="val -129501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SOUTH KOREA 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40367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81" y="1097944"/>
            <a:ext cx="7609322" cy="4103541"/>
          </a:xfrm>
          <a:prstGeom prst="rect">
            <a:avLst/>
          </a:prstGeom>
        </p:spPr>
      </p:pic>
      <p:sp>
        <p:nvSpPr>
          <p:cNvPr id="10" name="사각형 설명선 9"/>
          <p:cNvSpPr/>
          <p:nvPr/>
        </p:nvSpPr>
        <p:spPr>
          <a:xfrm>
            <a:off x="4419839" y="3836567"/>
            <a:ext cx="1682759" cy="585688"/>
          </a:xfrm>
          <a:prstGeom prst="wedgeRectCallout">
            <a:avLst>
              <a:gd name="adj1" fmla="val -103610"/>
              <a:gd name="adj2" fmla="val 32132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신청 비용 확인 후 클릭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265834" y="1376819"/>
            <a:ext cx="5996000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한국에서 신청하기 때문에 미국 달러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(USD)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로 신청 비용을 지불 해야 합니다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.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29071" y="5201485"/>
            <a:ext cx="5673528" cy="1252587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신청 비용에는 환전 수수료가 포함된 금액 입니다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.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영국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ETA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신청 비용은 영국 </a:t>
            </a:r>
            <a:r>
              <a:rPr lang="ko-KR" altLang="en-US" sz="1508" b="1" dirty="0" err="1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파운드화로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10</a:t>
            </a:r>
            <a:r>
              <a:rPr lang="ko-KR" altLang="en-US" sz="1508" b="1" dirty="0" err="1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파운드지만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,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   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한국에서 신청하는 우리는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USD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로 환산한 금액으로 결제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되므로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, 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    </a:t>
            </a:r>
            <a:r>
              <a:rPr lang="ko-KR" altLang="en-US" sz="1508" b="1" u="sng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신청 시점의 환율에 따라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USD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환산 금액이 다를 수  있습니다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.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0773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25" y="1017975"/>
            <a:ext cx="6008017" cy="5406317"/>
          </a:xfrm>
          <a:prstGeom prst="rect">
            <a:avLst/>
          </a:prstGeom>
        </p:spPr>
      </p:pic>
      <p:sp>
        <p:nvSpPr>
          <p:cNvPr id="10" name="사각형 설명선 9"/>
          <p:cNvSpPr/>
          <p:nvPr/>
        </p:nvSpPr>
        <p:spPr>
          <a:xfrm>
            <a:off x="6956271" y="5685788"/>
            <a:ext cx="1682759" cy="585688"/>
          </a:xfrm>
          <a:prstGeom prst="wedgeRectCallout">
            <a:avLst>
              <a:gd name="adj1" fmla="val -103610"/>
              <a:gd name="adj2" fmla="val 32132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결제 정보 입력 후 클릭</a:t>
            </a:r>
            <a:b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</a:b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(</a:t>
            </a:r>
            <a:r>
              <a:rPr lang="ko-KR" altLang="en-US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신청 비용은 환불 불가</a:t>
            </a:r>
            <a:r>
              <a:rPr lang="en-US" altLang="ko-KR" sz="1320" b="1" dirty="0">
                <a:solidFill>
                  <a:srgbClr val="FF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  <a:cs typeface="Hyundai Sans Head"/>
              </a:rPr>
              <a:t>) </a:t>
            </a:r>
            <a:endParaRPr lang="ko-KR" altLang="en-US" sz="1320" b="1" dirty="0">
              <a:solidFill>
                <a:srgbClr val="FF0000"/>
              </a:solidFill>
              <a:latin typeface="현대산스 Text" panose="020B0600000101010101" pitchFamily="50" charset="-127"/>
              <a:ea typeface="현대산스 Text" panose="020B0600000101010101" pitchFamily="50" charset="-127"/>
              <a:cs typeface="Hyundai Sans Head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872252" y="4680871"/>
            <a:ext cx="2084018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카드 소유주 영문 이름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32080" y="4680871"/>
            <a:ext cx="1160536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카드 번호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532081" y="5405474"/>
            <a:ext cx="1366698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카드 만료일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872251" y="5366584"/>
            <a:ext cx="2499644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카드 뒷자리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3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자리 </a:t>
            </a:r>
            <a:r>
              <a:rPr lang="ko-KR" altLang="en-US" sz="1508" b="1" dirty="0" err="1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보안번호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8379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67" y="3385791"/>
            <a:ext cx="6564814" cy="2775003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03067" y="1217629"/>
            <a:ext cx="6286136" cy="1020536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결제 완료 후 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 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메일로 승인 신청 되었다는 메일 회신 확인 필수</a:t>
            </a: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결제가 완료된 후에 기재한 이메일로 영업일 기준 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3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일 이내 </a:t>
            </a:r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ETA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승인 메일 전송 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03067" y="2834559"/>
            <a:ext cx="2302329" cy="32438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-&gt; ETA </a:t>
            </a:r>
            <a:r>
              <a:rPr lang="ko-KR" altLang="en-US" sz="1508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승인 완료 메일 예시 </a:t>
            </a:r>
            <a:endParaRPr lang="ko-KR" altLang="en-US" sz="1508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3853479"/>
      </p:ext>
    </p:extLst>
  </p:cSld>
  <p:clrMapOvr>
    <a:masterClrMapping/>
  </p:clrMapOvr>
</p:sld>
</file>

<file path=ppt/theme/theme1.xml><?xml version="1.0" encoding="utf-8"?>
<a:theme xmlns:a="http://schemas.openxmlformats.org/drawingml/2006/main" name="160831_HYU_PowerPoint">
  <a:themeElements>
    <a:clrScheme name="현대 ppt templates">
      <a:dk1>
        <a:sysClr val="windowText" lastClr="000000"/>
      </a:dk1>
      <a:lt1>
        <a:sysClr val="window" lastClr="FFFFFF"/>
      </a:lt1>
      <a:dk2>
        <a:srgbClr val="002C5F"/>
      </a:dk2>
      <a:lt2>
        <a:srgbClr val="E4DCD3"/>
      </a:lt2>
      <a:accent1>
        <a:srgbClr val="00AAD2"/>
      </a:accent1>
      <a:accent2>
        <a:srgbClr val="E63312"/>
      </a:accent2>
      <a:accent3>
        <a:srgbClr val="C6C1B7"/>
      </a:accent3>
      <a:accent4>
        <a:srgbClr val="AEA99B"/>
      </a:accent4>
      <a:accent5>
        <a:srgbClr val="8D8778"/>
      </a:accent5>
      <a:accent6>
        <a:srgbClr val="4BDDFF"/>
      </a:accent6>
      <a:hlink>
        <a:srgbClr val="87E8FF"/>
      </a:hlink>
      <a:folHlink>
        <a:srgbClr val="C3F4FF"/>
      </a:folHlink>
    </a:clrScheme>
    <a:fontScheme name="사용자 지정 1">
      <a:majorFont>
        <a:latin typeface="기아 Medium"/>
        <a:ea typeface="기아 Medium"/>
        <a:cs typeface=""/>
      </a:majorFont>
      <a:minorFont>
        <a:latin typeface="기아 Medium"/>
        <a:ea typeface="기아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>
              <a:lumMod val="50000"/>
              <a:lumOff val="50000"/>
            </a:schemeClr>
          </a:solidFill>
        </a:ln>
      </a:spPr>
      <a:bodyPr wrap="none" lIns="0" tIns="0" rIns="0" bIns="0" rtlCol="0" anchor="ctr">
        <a:noAutofit/>
      </a:bodyPr>
      <a:lstStyle>
        <a:defPPr algn="ctr">
          <a:defRPr sz="1200" b="1" dirty="0" smtClean="0">
            <a:latin typeface="현대산스 Text Medium" panose="020B0600000101010101" pitchFamily="50" charset="-127"/>
            <a:ea typeface="현대산스 Text Medium" panose="020B0600000101010101" pitchFamily="50" charset="-127"/>
            <a:cs typeface="Hyundai Sans Head"/>
          </a:defRPr>
        </a:defPPr>
      </a:lst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>
        <a:noAutofit/>
      </a:bodyPr>
      <a:lstStyle>
        <a:defPPr>
          <a:spcBef>
            <a:spcPts val="432"/>
          </a:spcBef>
          <a:defRPr b="0" i="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135326</TotalTime>
  <Words>1276</Words>
  <Application>Microsoft Office PowerPoint</Application>
  <PresentationFormat>사용자 지정</PresentationFormat>
  <Paragraphs>120</Paragraphs>
  <Slides>28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8" baseType="lpstr">
      <vt:lpstr>Malgun Gothic Semilight</vt:lpstr>
      <vt:lpstr>기아 Medium</vt:lpstr>
      <vt:lpstr>맑은 고딕</vt:lpstr>
      <vt:lpstr>현대산스 Head</vt:lpstr>
      <vt:lpstr>현대산스 Head Medium</vt:lpstr>
      <vt:lpstr>현대산스 Text</vt:lpstr>
      <vt:lpstr>현대산스 Text Medium</vt:lpstr>
      <vt:lpstr>현대하모니 M</vt:lpstr>
      <vt:lpstr>Arial</vt:lpstr>
      <vt:lpstr>160831_HYU_PowerPoint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김은지</dc:creator>
  <cp:lastModifiedBy>양희건 선임</cp:lastModifiedBy>
  <cp:revision>1336</cp:revision>
  <cp:lastPrinted>2020-09-23T00:32:27Z</cp:lastPrinted>
  <dcterms:created xsi:type="dcterms:W3CDTF">2016-09-27T00:47:55Z</dcterms:created>
  <dcterms:modified xsi:type="dcterms:W3CDTF">2026-05-21T02:16:56Z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Aibm9kZUNvdW50IjogMTcsICJub2RlMSIgOiB7ImRzZCI6IjAwMDAwMDAwMDAwMDAwMDAiLCJsb2dUaW1lIjoiMjAyNi0wMy0yNlQwMToxNDowOFoiLCJwSUQiOjEsInByb2Nlc3NOYW1lIjoiUE9XRVJQTlQuRVhFIiwidHJhY2VJZCI6IkQ4NzI4MDlDMTM0MjM5RDAyRjhEMjg5RTU0NDFCQUQxIiwidXNlckNvZGUiOiIyNjA1OTE0In0sIm5vZGUyIiA6IHsiZHNkIjoiMDEwMDAwMDAwMDAwMTg5NCIsImxvZ1RpbWUiOiIyMDI2LTA1LTE4VDA0OjQ4OjEzWiIsInBJRCI6MSwicHJvY2Vzc05hbWUiOiJQT1dFUlBOVC5FWEUiLCJ0cmFjZUlkIjoiOTY3NjUyNDAyNEU5NEI5RThBREI2NTVENEYyRkM1ODAiLCJ1c2VyQ29kZSI6IjI1MDM3NTIifSwibm9kZTMiIDogeyJkc2QiOiIwMTAwMDAwMDAwMDAxODk0IiwibG9nVGltZSI6IjIwMjYtMDUtMjFUMDE6MzM6NDFaIiwicElEIjoxLCJwcm9jZXNzSWQiOjIxNjY0LCJwcm9jZXNzTmFtZSI6IlBPV0VSUE5ULkVYRSIsInRyYWNlSWQiOiJDNzhFQjkzOUZBNzA0RTc2QjdBNDA3MDU5NjQ1RTMwQiIsInVzZXJDb2RlIjoiMjUwMzc1MiJ9LCJub2RlNCIgOiB7ImRzZCI6IjAxMDAwMDAwMDAwMDE4OTQiLCJsb2dUaW1lIjoiMjAyNi0wNS0yMVQwMjoxMzoyNFoiLCJwSUQiOjEsInByb2Nlc3NJZCI6NzAyNCwicHJvY2Vzc05hbWUiOiJQT1dFUlBOVC5FWEUiLCJ0cmFjZUlkIjoiRTg4MjFGMEFERjQ1NDQxMjg5NjVEMTczNjIwMkJBQTAiLCJ1c2VyQ29kZSI6IjI1MDM3NTIifSwibm9kZTUiIDogeyAidXNlckNvZGUiIDogIjI1MDM3NTIiLCAidHJhY2VJZCIgOiAiRUJGMDE3Qzk1RkY4NEM4MjVDMTUxMzE2QzhGNERDMUYiLCAiZHNkIiA6ICIwMDAwMDAwMDAwMDAwMDAwIiwgInBJRCIgOiAiMjA0OCIsICJsb2dUaW1lIiA6ICIyMDI2LTA1LTIxVDAyOjE4OjM3WiIgfX0=</vt:lpwstr>
  </property>
</Properties>
</file>