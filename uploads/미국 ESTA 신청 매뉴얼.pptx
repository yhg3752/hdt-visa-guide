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22"/>
  </p:notesMasterIdLst>
  <p:sldIdLst>
    <p:sldId id="320" r:id="rId2"/>
    <p:sldId id="347" r:id="rId3"/>
    <p:sldId id="348" r:id="rId4"/>
    <p:sldId id="349" r:id="rId5"/>
    <p:sldId id="350" r:id="rId6"/>
    <p:sldId id="351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364" r:id="rId20"/>
    <p:sldId id="365" r:id="rId21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2" autoAdjust="0"/>
  </p:normalViewPr>
  <p:slideViewPr>
    <p:cSldViewPr snapToGrid="0">
      <p:cViewPr>
        <p:scale>
          <a:sx n="95" d="100"/>
          <a:sy n="95" d="100"/>
        </p:scale>
        <p:origin x="2100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AAED890B-D7C0-4C87-931A-4BBF0856BED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8A1D08B7-9CFE-4199-BA0C-D7C81D0061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365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1836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D08B7-9CFE-4199-BA0C-D7C81D0061C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458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56768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9EA06-EF92-5BBF-8C7E-DE784C8FE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9AEEF9-0E29-1E76-119C-93A68B909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FEB223-EB12-A0F9-1571-10800E1FF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FCDB93-A524-F2DE-B706-744389387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99888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C398A-50AA-B941-4A96-01D6F5D6F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F88440-56D9-3D8E-DB6C-F352A47C5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D6EE01-D1E5-8320-FC5D-06C7F89A1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553B5A-CE64-668B-58D8-150B52AB9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1343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8387F-0800-CB5F-3F5F-B389B7E87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7AE674-8974-CF05-A3EA-1AD86CFD5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AD2F76-F35B-698E-1B3F-CDE0B2315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BB15BB-74E9-8556-2898-B3628EEB9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3017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6068D-C32E-6C85-42F2-A4577248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E8A506-AEF7-8789-C819-AA5331927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0E151E-AE45-EAC4-5AE0-D4B75533A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B5045A-5E2C-1DEE-1E62-D5266ACFD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39719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02D9E-78DE-6CB2-95E3-4B3FF64E3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07E6DC-1C22-8C09-05BC-BA42957DB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1678DA-D46B-CC70-E9AD-0E75B0B8C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19E950-3C94-0572-F85D-DC464FBC4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94268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0915E-38C6-60BB-12F6-78BF8D887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40A487-7345-870E-0856-53422F3A0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020980-9424-0433-4097-CF32AA96C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ECC1FB-351E-94CC-3074-DA1C39832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28492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D1C51-E5DD-4BA7-391E-1540B4D84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E72E78-E399-F8DF-08F5-993C2CE77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79EA44-211B-7D49-656D-71C9A3013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B55572-F2A7-15F3-F236-7A040F1DA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5989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D02BB-0644-0FDD-3579-52BE421AF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20B44B-67A3-37AC-C8FB-2A6AB8B53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686D13-35B5-6E12-1A7B-2DE7FDA78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1C41A5-6295-0E54-161A-CEFA267D6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395515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39E55-737E-6E50-5661-3783E10B6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760A7B-1131-F249-CBCD-D22BE6D0B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0C74A0-70C3-DA2F-D80E-6F63B91B3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F0837A-A394-6229-4286-91123B583B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609760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48480-49FC-6B82-AA80-24E812351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01C576-7B1A-2AAE-1E41-3E30E2F87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624585-F9B6-0251-4234-AAEFCF5AF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2CA463-31C9-B6E0-D2A0-6A4273659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35536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36D4A-77EF-C235-459C-4BF589751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112018-00FF-16BC-C54F-6EAD9E62B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6C2999-95C7-2AFA-3216-BC286EB4B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50DC98-2D33-134B-D57F-38D30FAA0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6393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F2F21-8FDA-E5C7-EF9B-E1C0D1FDF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4F6FEC-09EB-BAA6-72F1-4FFF6CC79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7B3EDE-385C-1CA4-FA98-D5B72418F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7865A6-B978-B57A-F82A-CC799BBE5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7395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53FF-31AB-4A7A-B315-1B947097FBA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3440-C66D-4C98-8D4F-3D75EC74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23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53FF-31AB-4A7A-B315-1B947097FBA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3440-C66D-4C98-8D4F-3D75EC74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68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53FF-31AB-4A7A-B315-1B947097FBA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3440-C66D-4C98-8D4F-3D75EC74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78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53FF-31AB-4A7A-B315-1B947097FBA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3440-C66D-4C98-8D4F-3D75EC74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065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53FF-31AB-4A7A-B315-1B947097FBA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3440-C66D-4C98-8D4F-3D75EC74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507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53FF-31AB-4A7A-B315-1B947097FBA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3440-C66D-4C98-8D4F-3D75EC74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65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53FF-31AB-4A7A-B315-1B947097FBA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3440-C66D-4C98-8D4F-3D75EC74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84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53FF-31AB-4A7A-B315-1B947097FBA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3440-C66D-4C98-8D4F-3D75EC74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929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53FF-31AB-4A7A-B315-1B947097FBA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3440-C66D-4C98-8D4F-3D75EC74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495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53FF-31AB-4A7A-B315-1B947097FBA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3440-C66D-4C98-8D4F-3D75EC74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955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53FF-31AB-4A7A-B315-1B947097FBA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3440-C66D-4C98-8D4F-3D75EC74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915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34867" y="1916832"/>
            <a:ext cx="8043496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800"/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650954" y="5378175"/>
            <a:ext cx="1323469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 dirty="0"/>
              <a:t>2023.03.01</a:t>
            </a:r>
            <a:endParaRPr lang="ko-KR" altLang="en-US" dirty="0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659861" y="5718854"/>
            <a:ext cx="1631423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377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377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OO</a:t>
            </a:r>
            <a:r>
              <a:rPr lang="ko-KR" altLang="en-US" dirty="0"/>
              <a:t>부문 </a:t>
            </a:r>
            <a:r>
              <a:rPr lang="en-US" altLang="ko-KR" dirty="0"/>
              <a:t>OO</a:t>
            </a:r>
            <a:r>
              <a:rPr lang="ko-KR" altLang="en-US" dirty="0"/>
              <a:t>팀</a:t>
            </a:r>
          </a:p>
          <a:p>
            <a:pPr marL="0" marR="0" lvl="0" indent="0" algn="l" defTabSz="914377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659860" y="6087580"/>
            <a:ext cx="1785137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작성자 </a:t>
            </a:r>
            <a:r>
              <a:rPr lang="en-US" altLang="ko-KR" dirty="0"/>
              <a:t>: </a:t>
            </a:r>
            <a:r>
              <a:rPr lang="ko-KR" altLang="en-US" dirty="0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17396" y="1386113"/>
            <a:ext cx="491870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 dirty="0"/>
              <a:t>제목 </a:t>
            </a:r>
            <a:r>
              <a:rPr lang="en-US" altLang="ko-KR" dirty="0"/>
              <a:t>/ </a:t>
            </a:r>
            <a:r>
              <a:rPr lang="ko-KR" altLang="en-US" dirty="0" err="1"/>
              <a:t>현대하모니</a:t>
            </a:r>
            <a:r>
              <a:rPr lang="en-US" altLang="ko-KR" dirty="0"/>
              <a:t>B 28</a:t>
            </a:r>
            <a:endParaRPr lang="ko-KR" altLang="en-US" dirty="0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17396" y="1916833"/>
            <a:ext cx="49187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 dirty="0"/>
              <a:t>소제목 </a:t>
            </a:r>
            <a:r>
              <a:rPr lang="en-US" altLang="ko-KR" dirty="0"/>
              <a:t>/ </a:t>
            </a:r>
            <a:r>
              <a:rPr lang="ko-KR" altLang="en-US" dirty="0" err="1"/>
              <a:t>현대하모니</a:t>
            </a:r>
            <a:r>
              <a:rPr lang="en-US" altLang="ko-KR" dirty="0"/>
              <a:t>M 24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6F9ACA-4906-90D2-F90B-20B49727E2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157" y="359624"/>
            <a:ext cx="2136829" cy="6001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DAE407-182F-6BA3-6F92-E057DE2D6E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0" b="-13221"/>
          <a:stretch>
            <a:fillRect/>
          </a:stretch>
        </p:blipFill>
        <p:spPr>
          <a:xfrm>
            <a:off x="-11577" y="6498382"/>
            <a:ext cx="9155579" cy="14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24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583225" y="2060575"/>
            <a:ext cx="8176847" cy="3240088"/>
          </a:xfrm>
          <a:prstGeom prst="rect">
            <a:avLst/>
          </a:prstGeom>
        </p:spPr>
        <p:txBody>
          <a:bodyPr/>
          <a:lstStyle>
            <a:lvl1pPr marL="342891" indent="-342891">
              <a:buFont typeface="Wingdings" panose="05000000000000000000" pitchFamily="2" charset="2"/>
              <a:buChar char="§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539987" indent="-215995">
              <a:buFont typeface="현대산스 Head Bold" panose="020B0600000101010101" pitchFamily="50" charset="-127"/>
              <a:buChar char="-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317991" y="188646"/>
            <a:ext cx="3981403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목 차 </a:t>
            </a:r>
            <a:r>
              <a:rPr lang="en-US" altLang="ko-KR" dirty="0"/>
              <a:t>/ </a:t>
            </a:r>
            <a:r>
              <a:rPr lang="ko-KR" altLang="en-US" dirty="0" err="1"/>
              <a:t>현대하모니</a:t>
            </a:r>
            <a:r>
              <a:rPr lang="en-US" altLang="ko-KR" dirty="0"/>
              <a:t>B 20</a:t>
            </a:r>
          </a:p>
        </p:txBody>
      </p:sp>
    </p:spTree>
    <p:extLst>
      <p:ext uri="{BB962C8B-B14F-4D97-AF65-F5344CB8AC3E}">
        <p14:creationId xmlns:p14="http://schemas.microsoft.com/office/powerpoint/2010/main" val="322132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4C53FF-31AB-4A7A-B315-1B947097FBA5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D3440-C66D-4C98-8D4F-3D75EC74080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7BA376FA-E92A-8D18-09F8-AE9B71EBDC45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316194" y="681036"/>
            <a:ext cx="8511611" cy="1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951B1D-D91C-4A3F-B30E-524D3F63846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121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  <p:extLst>
      <p:ext uri="{BB962C8B-B14F-4D97-AF65-F5344CB8AC3E}">
        <p14:creationId xmlns:p14="http://schemas.microsoft.com/office/powerpoint/2010/main" val="2476663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sta.cbp.dhs.gov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4">
            <a:extLst>
              <a:ext uri="{FF2B5EF4-FFF2-40B4-BE49-F238E27FC236}">
                <a16:creationId xmlns:a16="http://schemas.microsoft.com/office/drawing/2014/main" id="{4B5C70A1-D4FE-D6E8-42CA-D7B514A1D249}"/>
              </a:ext>
            </a:extLst>
          </p:cNvPr>
          <p:cNvSpPr txBox="1">
            <a:spLocks/>
          </p:cNvSpPr>
          <p:nvPr/>
        </p:nvSpPr>
        <p:spPr>
          <a:xfrm>
            <a:off x="7775848" y="6611779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atinLnBrk="0">
              <a:spcBef>
                <a:spcPct val="0"/>
              </a:spcBef>
              <a:defRPr/>
            </a:pPr>
            <a:r>
              <a:rPr kumimoji="0" lang="en-US" altLang="ko-KR" sz="1000" dirty="0">
                <a:ln>
                  <a:noFill/>
                </a:ln>
                <a:solidFill>
                  <a:prstClr val="black"/>
                </a:solidFill>
              </a:rPr>
              <a:t>2026.05.21 </a:t>
            </a:r>
            <a:r>
              <a:rPr kumimoji="0" lang="ko-KR" altLang="en-US" sz="1000" dirty="0">
                <a:ln>
                  <a:noFill/>
                </a:ln>
                <a:solidFill>
                  <a:prstClr val="black"/>
                </a:solidFill>
              </a:rPr>
              <a:t>업데이트</a:t>
            </a:r>
            <a:endParaRPr kumimoji="0" lang="en-US" altLang="ko-KR" sz="1000" dirty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3" name="텍스트 개체 틀 13">
            <a:extLst>
              <a:ext uri="{FF2B5EF4-FFF2-40B4-BE49-F238E27FC236}">
                <a16:creationId xmlns:a16="http://schemas.microsoft.com/office/drawing/2014/main" id="{3F848862-D730-B3CA-D325-6FE0141657D8}"/>
              </a:ext>
            </a:extLst>
          </p:cNvPr>
          <p:cNvSpPr txBox="1">
            <a:spLocks/>
          </p:cNvSpPr>
          <p:nvPr/>
        </p:nvSpPr>
        <p:spPr>
          <a:xfrm>
            <a:off x="503548" y="1392945"/>
            <a:ext cx="8424936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/>
              <a:t>미국 </a:t>
            </a:r>
            <a:r>
              <a:rPr lang="en-US" altLang="ko-KR" b="1" dirty="0"/>
              <a:t>ESTA </a:t>
            </a:r>
            <a:r>
              <a:rPr lang="ko-KR" altLang="en-US" b="1" dirty="0"/>
              <a:t>신청 매뉴얼</a:t>
            </a:r>
          </a:p>
        </p:txBody>
      </p:sp>
      <p:sp>
        <p:nvSpPr>
          <p:cNvPr id="6" name="텍스트 개체 틀 14">
            <a:extLst>
              <a:ext uri="{FF2B5EF4-FFF2-40B4-BE49-F238E27FC236}">
                <a16:creationId xmlns:a16="http://schemas.microsoft.com/office/drawing/2014/main" id="{FE5FC1E4-A6ED-DB68-D090-219C41329996}"/>
              </a:ext>
            </a:extLst>
          </p:cNvPr>
          <p:cNvSpPr txBox="1">
            <a:spLocks/>
          </p:cNvSpPr>
          <p:nvPr/>
        </p:nvSpPr>
        <p:spPr>
          <a:xfrm>
            <a:off x="577234" y="1973765"/>
            <a:ext cx="8424936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ko-KR" sz="1800" dirty="0">
                <a:ln>
                  <a:noFill/>
                </a:ln>
                <a:solidFill>
                  <a:prstClr val="black"/>
                </a:solidFill>
              </a:rPr>
              <a:t>USA ESTA Manual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4A9A91-6928-EE0F-A20E-31208D2AC241}"/>
              </a:ext>
            </a:extLst>
          </p:cNvPr>
          <p:cNvSpPr txBox="1"/>
          <p:nvPr/>
        </p:nvSpPr>
        <p:spPr>
          <a:xfrm>
            <a:off x="577234" y="2400697"/>
            <a:ext cx="462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https://esta.cbp.dhs.gov/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88201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090F9-33F2-5707-894C-AA2985B2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AD9CD1BA-13A1-4FEA-2C4B-F994F2FAEE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1391" y="302170"/>
            <a:ext cx="4313187" cy="432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미국 </a:t>
            </a:r>
            <a:r>
              <a:rPr lang="en-US" altLang="ko-KR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ESTA </a:t>
            </a: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신청 매뉴얼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52B8B0-8339-9F5E-EC35-EAE1EBB33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91" y="1000094"/>
            <a:ext cx="8501218" cy="524700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49FD141-6CAC-7F92-4F9A-CF857537414D}"/>
              </a:ext>
            </a:extLst>
          </p:cNvPr>
          <p:cNvSpPr/>
          <p:nvPr/>
        </p:nvSpPr>
        <p:spPr bwMode="auto">
          <a:xfrm>
            <a:off x="5179339" y="2392167"/>
            <a:ext cx="664178" cy="2656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1010360-6BB0-54F7-C2CF-197CD0DD57C0}"/>
              </a:ext>
            </a:extLst>
          </p:cNvPr>
          <p:cNvSpPr/>
          <p:nvPr/>
        </p:nvSpPr>
        <p:spPr bwMode="auto">
          <a:xfrm>
            <a:off x="2021298" y="4049910"/>
            <a:ext cx="3785814" cy="3985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807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31576-9B0A-ED21-DC23-2C09985B1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46C94218-7DB1-853D-0A32-6C62ADFFC0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50"/>
          <a:stretch>
            <a:fillRect/>
          </a:stretch>
        </p:blipFill>
        <p:spPr>
          <a:xfrm>
            <a:off x="317749" y="990172"/>
            <a:ext cx="8533785" cy="524766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917EF64B-5A6C-F8FF-67EA-853F7209B527}"/>
              </a:ext>
            </a:extLst>
          </p:cNvPr>
          <p:cNvSpPr/>
          <p:nvPr/>
        </p:nvSpPr>
        <p:spPr bwMode="auto">
          <a:xfrm>
            <a:off x="4283968" y="3717032"/>
            <a:ext cx="720080" cy="3208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텍스트 개체 틀 9">
            <a:extLst>
              <a:ext uri="{FF2B5EF4-FFF2-40B4-BE49-F238E27FC236}">
                <a16:creationId xmlns:a16="http://schemas.microsoft.com/office/drawing/2014/main" id="{BF1C5E74-B916-9B0F-36D7-87D80398F0A0}"/>
              </a:ext>
            </a:extLst>
          </p:cNvPr>
          <p:cNvSpPr txBox="1">
            <a:spLocks/>
          </p:cNvSpPr>
          <p:nvPr/>
        </p:nvSpPr>
        <p:spPr>
          <a:xfrm>
            <a:off x="321391" y="302170"/>
            <a:ext cx="4313187" cy="432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lvl1pPr>
            <a:lvl2pPr marL="539987" indent="-21599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현대산스 Head Bold" panose="020B0600000101010101" pitchFamily="50" charset="-127"/>
              <a:buChar char="-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b="1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미국 </a:t>
            </a:r>
            <a:r>
              <a:rPr lang="en-US" altLang="ko-KR" sz="1800" b="1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ESTA </a:t>
            </a:r>
            <a:r>
              <a:rPr lang="ko-KR" altLang="en-US" sz="1800" b="1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신청 매뉴얼</a:t>
            </a:r>
            <a:endParaRPr lang="ko-KR" altLang="en-US" sz="1800" b="1" dirty="0"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7667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8FEE0-7BCB-798E-970F-8029165E2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A5F32761-BFEC-EBA3-4FEB-4C2177D0B3F9}"/>
              </a:ext>
            </a:extLst>
          </p:cNvPr>
          <p:cNvGrpSpPr/>
          <p:nvPr/>
        </p:nvGrpSpPr>
        <p:grpSpPr>
          <a:xfrm>
            <a:off x="198723" y="879749"/>
            <a:ext cx="8745976" cy="5406751"/>
            <a:chOff x="-172752" y="692699"/>
            <a:chExt cx="9497280" cy="587120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96D1F73-6DF9-7B9F-E0A0-00C82CD94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72752" y="692699"/>
              <a:ext cx="9497280" cy="5864107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AC08D69-B08E-BC7F-FEEA-168568B93024}"/>
                </a:ext>
              </a:extLst>
            </p:cNvPr>
            <p:cNvSpPr/>
            <p:nvPr/>
          </p:nvSpPr>
          <p:spPr bwMode="auto">
            <a:xfrm>
              <a:off x="36780" y="2937347"/>
              <a:ext cx="2448272" cy="21602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1771E33-DA5C-7DD5-9345-0C6454FAC6AE}"/>
                </a:ext>
              </a:extLst>
            </p:cNvPr>
            <p:cNvSpPr/>
            <p:nvPr/>
          </p:nvSpPr>
          <p:spPr bwMode="auto">
            <a:xfrm>
              <a:off x="40295" y="5501411"/>
              <a:ext cx="2448272" cy="21602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9A6CBCF-25AA-0FF3-3B42-70DD82B99D13}"/>
                </a:ext>
              </a:extLst>
            </p:cNvPr>
            <p:cNvSpPr/>
            <p:nvPr/>
          </p:nvSpPr>
          <p:spPr bwMode="auto">
            <a:xfrm>
              <a:off x="6876256" y="6127318"/>
              <a:ext cx="2376264" cy="43658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</p:grpSp>
      <p:sp>
        <p:nvSpPr>
          <p:cNvPr id="7" name="텍스트 개체 틀 9">
            <a:extLst>
              <a:ext uri="{FF2B5EF4-FFF2-40B4-BE49-F238E27FC236}">
                <a16:creationId xmlns:a16="http://schemas.microsoft.com/office/drawing/2014/main" id="{4DC730C3-E516-F8A9-D6D9-0D1483DAC83D}"/>
              </a:ext>
            </a:extLst>
          </p:cNvPr>
          <p:cNvSpPr txBox="1">
            <a:spLocks/>
          </p:cNvSpPr>
          <p:nvPr/>
        </p:nvSpPr>
        <p:spPr>
          <a:xfrm>
            <a:off x="321391" y="302170"/>
            <a:ext cx="4313187" cy="432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lvl1pPr>
            <a:lvl2pPr marL="539987" indent="-21599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현대산스 Head Bold" panose="020B0600000101010101" pitchFamily="50" charset="-127"/>
              <a:buChar char="-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b="1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미국 </a:t>
            </a:r>
            <a:r>
              <a:rPr lang="en-US" altLang="ko-KR" sz="1800" b="1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ESTA </a:t>
            </a:r>
            <a:r>
              <a:rPr lang="ko-KR" altLang="en-US" sz="1800" b="1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신청 매뉴얼</a:t>
            </a:r>
            <a:endParaRPr lang="ko-KR" altLang="en-US" sz="1800" b="1" dirty="0"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2046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3E321-E40A-E81A-2696-894F9817A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26426AD6-5FBD-95A9-AF0C-07EE032F8938}"/>
              </a:ext>
            </a:extLst>
          </p:cNvPr>
          <p:cNvGrpSpPr/>
          <p:nvPr/>
        </p:nvGrpSpPr>
        <p:grpSpPr>
          <a:xfrm>
            <a:off x="308479" y="941771"/>
            <a:ext cx="8497996" cy="5144703"/>
            <a:chOff x="-15987" y="741746"/>
            <a:chExt cx="9196501" cy="556757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5E0E919-1033-E6E8-5BC1-8C28F17B7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5987" y="741746"/>
              <a:ext cx="9196501" cy="5567579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34340BD-F950-F461-1686-91C88FD679C6}"/>
                </a:ext>
              </a:extLst>
            </p:cNvPr>
            <p:cNvSpPr/>
            <p:nvPr/>
          </p:nvSpPr>
          <p:spPr bwMode="auto">
            <a:xfrm>
              <a:off x="7956376" y="4797155"/>
              <a:ext cx="1008112" cy="43658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07E3CF-AEC4-FCE3-20A7-9055C7DC8E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9">
            <a:extLst>
              <a:ext uri="{FF2B5EF4-FFF2-40B4-BE49-F238E27FC236}">
                <a16:creationId xmlns:a16="http://schemas.microsoft.com/office/drawing/2014/main" id="{2E0A9AC1-81AB-86B5-68FA-BF106D69FD4C}"/>
              </a:ext>
            </a:extLst>
          </p:cNvPr>
          <p:cNvSpPr txBox="1">
            <a:spLocks/>
          </p:cNvSpPr>
          <p:nvPr/>
        </p:nvSpPr>
        <p:spPr>
          <a:xfrm>
            <a:off x="321391" y="302170"/>
            <a:ext cx="4313187" cy="432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lvl1pPr>
            <a:lvl2pPr marL="539987" indent="-21599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현대산스 Head Bold" panose="020B0600000101010101" pitchFamily="50" charset="-127"/>
              <a:buChar char="-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미국 </a:t>
            </a:r>
            <a:r>
              <a:rPr lang="en-US" altLang="ko-KR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ESTA </a:t>
            </a: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신청 매뉴얼</a:t>
            </a:r>
          </a:p>
        </p:txBody>
      </p:sp>
    </p:spTree>
    <p:extLst>
      <p:ext uri="{BB962C8B-B14F-4D97-AF65-F5344CB8AC3E}">
        <p14:creationId xmlns:p14="http://schemas.microsoft.com/office/powerpoint/2010/main" val="3911580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E7144-2831-83D5-EC69-EA62F543C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DCA72AB2-A9A9-2BA1-1538-84DCCFC4B3B5}"/>
              </a:ext>
            </a:extLst>
          </p:cNvPr>
          <p:cNvGrpSpPr/>
          <p:nvPr/>
        </p:nvGrpSpPr>
        <p:grpSpPr>
          <a:xfrm>
            <a:off x="310458" y="955208"/>
            <a:ext cx="8523084" cy="5274141"/>
            <a:chOff x="-24453" y="764708"/>
            <a:chExt cx="9192908" cy="5688633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BFB7906C-F857-35C1-55AF-426AF725A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608" b="1137"/>
            <a:stretch>
              <a:fillRect/>
            </a:stretch>
          </p:blipFill>
          <p:spPr>
            <a:xfrm>
              <a:off x="-24453" y="764708"/>
              <a:ext cx="9192908" cy="5688633"/>
            </a:xfrm>
            <a:prstGeom prst="rect">
              <a:avLst/>
            </a:prstGeom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C2A589C-2DA2-BA57-BC93-3A531D609FA7}"/>
                </a:ext>
              </a:extLst>
            </p:cNvPr>
            <p:cNvSpPr/>
            <p:nvPr/>
          </p:nvSpPr>
          <p:spPr bwMode="auto">
            <a:xfrm>
              <a:off x="7380312" y="4005064"/>
              <a:ext cx="936104" cy="3600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</p:grpSp>
      <p:sp>
        <p:nvSpPr>
          <p:cNvPr id="5" name="텍스트 개체 틀 9">
            <a:extLst>
              <a:ext uri="{FF2B5EF4-FFF2-40B4-BE49-F238E27FC236}">
                <a16:creationId xmlns:a16="http://schemas.microsoft.com/office/drawing/2014/main" id="{A391AA3F-E4D2-F341-DAE0-9DFBEAE2EF82}"/>
              </a:ext>
            </a:extLst>
          </p:cNvPr>
          <p:cNvSpPr txBox="1">
            <a:spLocks/>
          </p:cNvSpPr>
          <p:nvPr/>
        </p:nvSpPr>
        <p:spPr>
          <a:xfrm>
            <a:off x="321391" y="302170"/>
            <a:ext cx="4313187" cy="432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lvl1pPr>
            <a:lvl2pPr marL="539987" indent="-21599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현대산스 Head Bold" panose="020B0600000101010101" pitchFamily="50" charset="-127"/>
              <a:buChar char="-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미국 </a:t>
            </a:r>
            <a:r>
              <a:rPr lang="en-US" altLang="ko-KR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ESTA </a:t>
            </a: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신청 매뉴얼</a:t>
            </a:r>
          </a:p>
        </p:txBody>
      </p:sp>
    </p:spTree>
    <p:extLst>
      <p:ext uri="{BB962C8B-B14F-4D97-AF65-F5344CB8AC3E}">
        <p14:creationId xmlns:p14="http://schemas.microsoft.com/office/powerpoint/2010/main" val="2089757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54EDF-2A82-7E3B-1662-091C47B00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396AC5DD-DF34-3608-304A-9AB0C254E6DA}"/>
              </a:ext>
            </a:extLst>
          </p:cNvPr>
          <p:cNvGrpSpPr/>
          <p:nvPr/>
        </p:nvGrpSpPr>
        <p:grpSpPr>
          <a:xfrm>
            <a:off x="321391" y="867770"/>
            <a:ext cx="8491852" cy="5122459"/>
            <a:chOff x="-100327" y="690517"/>
            <a:chExt cx="9393320" cy="566624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1A49A9A-3087-661D-741C-3E88EB819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0376" y="836715"/>
              <a:ext cx="9250888" cy="552004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2A4F7D8-2702-E2AD-5FD2-EAAA7DD3F3ED}"/>
                </a:ext>
              </a:extLst>
            </p:cNvPr>
            <p:cNvSpPr txBox="1"/>
            <p:nvPr/>
          </p:nvSpPr>
          <p:spPr>
            <a:xfrm>
              <a:off x="-100327" y="2082257"/>
              <a:ext cx="1938351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여권 정보와 동일하게 기재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D3BB822-DBBB-5264-DF48-3F7739A76C7F}"/>
                </a:ext>
              </a:extLst>
            </p:cNvPr>
            <p:cNvSpPr/>
            <p:nvPr/>
          </p:nvSpPr>
          <p:spPr bwMode="auto">
            <a:xfrm>
              <a:off x="-70376" y="2420891"/>
              <a:ext cx="6226552" cy="393586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32148F3-2598-1286-F053-E12CF9F3CB97}"/>
                </a:ext>
              </a:extLst>
            </p:cNvPr>
            <p:cNvSpPr txBox="1"/>
            <p:nvPr/>
          </p:nvSpPr>
          <p:spPr>
            <a:xfrm>
              <a:off x="6168420" y="690517"/>
              <a:ext cx="3124573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붉은색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(*)</a:t>
              </a:r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표시가 있는 곳만 기재하면 됩니다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.</a:t>
              </a:r>
            </a:p>
          </p:txBody>
        </p:sp>
      </p:grpSp>
      <p:sp>
        <p:nvSpPr>
          <p:cNvPr id="8" name="텍스트 개체 틀 9">
            <a:extLst>
              <a:ext uri="{FF2B5EF4-FFF2-40B4-BE49-F238E27FC236}">
                <a16:creationId xmlns:a16="http://schemas.microsoft.com/office/drawing/2014/main" id="{C47CFBAC-719D-9111-A351-DF2E688E700A}"/>
              </a:ext>
            </a:extLst>
          </p:cNvPr>
          <p:cNvSpPr txBox="1">
            <a:spLocks/>
          </p:cNvSpPr>
          <p:nvPr/>
        </p:nvSpPr>
        <p:spPr>
          <a:xfrm>
            <a:off x="321391" y="302170"/>
            <a:ext cx="4313187" cy="432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lvl1pPr>
            <a:lvl2pPr marL="539987" indent="-21599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현대산스 Head Bold" panose="020B0600000101010101" pitchFamily="50" charset="-127"/>
              <a:buChar char="-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미국 </a:t>
            </a:r>
            <a:r>
              <a:rPr lang="en-US" altLang="ko-KR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ESTA </a:t>
            </a: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신청 매뉴얼</a:t>
            </a:r>
          </a:p>
        </p:txBody>
      </p:sp>
    </p:spTree>
    <p:extLst>
      <p:ext uri="{BB962C8B-B14F-4D97-AF65-F5344CB8AC3E}">
        <p14:creationId xmlns:p14="http://schemas.microsoft.com/office/powerpoint/2010/main" val="1111415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C3A71-514E-F5DC-3FFF-63A6CDC53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BF790DF4-0415-4407-8C31-8281CFE4B2EB}"/>
              </a:ext>
            </a:extLst>
          </p:cNvPr>
          <p:cNvGrpSpPr/>
          <p:nvPr/>
        </p:nvGrpSpPr>
        <p:grpSpPr>
          <a:xfrm>
            <a:off x="321391" y="849113"/>
            <a:ext cx="8399577" cy="4592987"/>
            <a:chOff x="-93837" y="644276"/>
            <a:chExt cx="9374591" cy="512613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255A008-69E8-240D-1955-EEDCC2BEF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93837" y="644276"/>
              <a:ext cx="9250888" cy="512613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A5C7AA5-0903-55E7-1054-0BF825A27249}"/>
                </a:ext>
              </a:extLst>
            </p:cNvPr>
            <p:cNvSpPr txBox="1"/>
            <p:nvPr/>
          </p:nvSpPr>
          <p:spPr>
            <a:xfrm>
              <a:off x="1403650" y="1340768"/>
              <a:ext cx="135485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해당 시 예에 체크</a:t>
              </a:r>
              <a:endPara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590159B-C6E8-ABCB-BA1D-2DD8787C265F}"/>
                </a:ext>
              </a:extLst>
            </p:cNvPr>
            <p:cNvSpPr txBox="1"/>
            <p:nvPr/>
          </p:nvSpPr>
          <p:spPr>
            <a:xfrm>
              <a:off x="1426743" y="2065681"/>
              <a:ext cx="135485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해당 시 예에 체크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5ED754C-6F92-4ED8-4BD4-BE3772EF6027}"/>
                </a:ext>
              </a:extLst>
            </p:cNvPr>
            <p:cNvSpPr txBox="1"/>
            <p:nvPr/>
          </p:nvSpPr>
          <p:spPr>
            <a:xfrm>
              <a:off x="-13051" y="3207344"/>
              <a:ext cx="242566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수신이 가능한 이메일 주소로 작성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716F3B9-F06A-7CDF-AD16-CED7056EE932}"/>
                </a:ext>
              </a:extLst>
            </p:cNvPr>
            <p:cNvSpPr/>
            <p:nvPr/>
          </p:nvSpPr>
          <p:spPr bwMode="auto">
            <a:xfrm>
              <a:off x="6876257" y="5229201"/>
              <a:ext cx="2280796" cy="43204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4DD82F3-3599-4E03-F4F8-10D371B2C571}"/>
                </a:ext>
              </a:extLst>
            </p:cNvPr>
            <p:cNvSpPr txBox="1"/>
            <p:nvPr/>
          </p:nvSpPr>
          <p:spPr>
            <a:xfrm>
              <a:off x="6156181" y="644276"/>
              <a:ext cx="3124573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붉은색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(*)</a:t>
              </a:r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표시가 있는 곳만 기재하면 됩니다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.</a:t>
              </a:r>
            </a:p>
          </p:txBody>
        </p:sp>
      </p:grpSp>
      <p:sp>
        <p:nvSpPr>
          <p:cNvPr id="4" name="텍스트 개체 틀 9">
            <a:extLst>
              <a:ext uri="{FF2B5EF4-FFF2-40B4-BE49-F238E27FC236}">
                <a16:creationId xmlns:a16="http://schemas.microsoft.com/office/drawing/2014/main" id="{16C1E6D0-A3E0-B38D-9A2A-D708910C1564}"/>
              </a:ext>
            </a:extLst>
          </p:cNvPr>
          <p:cNvSpPr txBox="1">
            <a:spLocks/>
          </p:cNvSpPr>
          <p:nvPr/>
        </p:nvSpPr>
        <p:spPr>
          <a:xfrm>
            <a:off x="321391" y="302170"/>
            <a:ext cx="4313187" cy="432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lvl1pPr>
            <a:lvl2pPr marL="539987" indent="-21599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현대산스 Head Bold" panose="020B0600000101010101" pitchFamily="50" charset="-127"/>
              <a:buChar char="-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미국 </a:t>
            </a:r>
            <a:r>
              <a:rPr lang="en-US" altLang="ko-KR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ESTA </a:t>
            </a: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신청 매뉴얼</a:t>
            </a:r>
          </a:p>
        </p:txBody>
      </p:sp>
    </p:spTree>
    <p:extLst>
      <p:ext uri="{BB962C8B-B14F-4D97-AF65-F5344CB8AC3E}">
        <p14:creationId xmlns:p14="http://schemas.microsoft.com/office/powerpoint/2010/main" val="986281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0371A-6B08-C27E-F048-3520DEC2A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2434A14F-0D83-3052-85D0-C88E87DB7F72}"/>
              </a:ext>
            </a:extLst>
          </p:cNvPr>
          <p:cNvGrpSpPr/>
          <p:nvPr/>
        </p:nvGrpSpPr>
        <p:grpSpPr>
          <a:xfrm>
            <a:off x="321391" y="936155"/>
            <a:ext cx="8521896" cy="5378920"/>
            <a:chOff x="-7284" y="764705"/>
            <a:chExt cx="9158568" cy="578078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20A5EBE-3C0E-1485-0525-8934A6363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7284" y="764705"/>
              <a:ext cx="9158568" cy="5780780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34A6E48-CFC3-E691-8058-CE43176553E0}"/>
                </a:ext>
              </a:extLst>
            </p:cNvPr>
            <p:cNvSpPr/>
            <p:nvPr/>
          </p:nvSpPr>
          <p:spPr bwMode="auto">
            <a:xfrm>
              <a:off x="5364088" y="3356992"/>
              <a:ext cx="792088" cy="3600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1B8CEE-0FED-E8E9-BC4D-7C5CE724002B}"/>
                </a:ext>
              </a:extLst>
            </p:cNvPr>
            <p:cNvSpPr txBox="1"/>
            <p:nvPr/>
          </p:nvSpPr>
          <p:spPr>
            <a:xfrm>
              <a:off x="2031833" y="3443791"/>
              <a:ext cx="3158237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코드 전송 누른 후 이메일로 발송된 코드 입력</a:t>
              </a:r>
            </a:p>
          </p:txBody>
        </p:sp>
      </p:grpSp>
      <p:sp>
        <p:nvSpPr>
          <p:cNvPr id="4" name="텍스트 개체 틀 9">
            <a:extLst>
              <a:ext uri="{FF2B5EF4-FFF2-40B4-BE49-F238E27FC236}">
                <a16:creationId xmlns:a16="http://schemas.microsoft.com/office/drawing/2014/main" id="{5E9F2E47-2766-D744-F221-0082002F0408}"/>
              </a:ext>
            </a:extLst>
          </p:cNvPr>
          <p:cNvSpPr txBox="1">
            <a:spLocks/>
          </p:cNvSpPr>
          <p:nvPr/>
        </p:nvSpPr>
        <p:spPr>
          <a:xfrm>
            <a:off x="321391" y="302170"/>
            <a:ext cx="4313187" cy="432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lvl1pPr>
            <a:lvl2pPr marL="539987" indent="-21599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현대산스 Head Bold" panose="020B0600000101010101" pitchFamily="50" charset="-127"/>
              <a:buChar char="-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미국 </a:t>
            </a:r>
            <a:r>
              <a:rPr lang="en-US" altLang="ko-KR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ESTA </a:t>
            </a: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신청 매뉴얼</a:t>
            </a:r>
          </a:p>
        </p:txBody>
      </p:sp>
    </p:spTree>
    <p:extLst>
      <p:ext uri="{BB962C8B-B14F-4D97-AF65-F5344CB8AC3E}">
        <p14:creationId xmlns:p14="http://schemas.microsoft.com/office/powerpoint/2010/main" val="2286326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564CA-EB57-E2A1-A75E-4C725FA4A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36E5C80A-808E-548D-6940-14FC9DB6D99E}"/>
              </a:ext>
            </a:extLst>
          </p:cNvPr>
          <p:cNvGrpSpPr/>
          <p:nvPr/>
        </p:nvGrpSpPr>
        <p:grpSpPr>
          <a:xfrm>
            <a:off x="321391" y="890542"/>
            <a:ext cx="8408694" cy="4748257"/>
            <a:chOff x="-81261" y="690517"/>
            <a:chExt cx="9440276" cy="533077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E9C7AB0-BF2C-AFED-F520-CE2FCFBEA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81261" y="737621"/>
              <a:ext cx="9405791" cy="528367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97715F5-3D7D-D9E9-B485-FB654D52B768}"/>
                </a:ext>
              </a:extLst>
            </p:cNvPr>
            <p:cNvSpPr txBox="1"/>
            <p:nvPr/>
          </p:nvSpPr>
          <p:spPr>
            <a:xfrm>
              <a:off x="2113263" y="1700808"/>
              <a:ext cx="115929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있을 경우 기재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C6C185D-F306-C81F-BDE6-665896F9280F}"/>
                </a:ext>
              </a:extLst>
            </p:cNvPr>
            <p:cNvSpPr txBox="1"/>
            <p:nvPr/>
          </p:nvSpPr>
          <p:spPr>
            <a:xfrm>
              <a:off x="4041988" y="2420888"/>
              <a:ext cx="115929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있을 경우 기재</a:t>
              </a: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B66117A8-C45C-D333-1857-4DB2FFA26B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565" y="2956392"/>
              <a:ext cx="4658681" cy="10629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7D701161-7728-0E5C-FF9B-C2F8A6BEC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04728" y="1484789"/>
              <a:ext cx="4054287" cy="2347525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64D0A22-738A-6764-C8D0-5DD55F632001}"/>
                </a:ext>
              </a:extLst>
            </p:cNvPr>
            <p:cNvSpPr txBox="1"/>
            <p:nvPr/>
          </p:nvSpPr>
          <p:spPr>
            <a:xfrm>
              <a:off x="6228189" y="690517"/>
              <a:ext cx="3124573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붉은색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(*)</a:t>
              </a:r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표시가 있는 곳만 기재하면 됩니다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.</a:t>
              </a:r>
            </a:p>
          </p:txBody>
        </p:sp>
      </p:grp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C52B9DC4-F3AC-4903-99B7-310472F57788}"/>
              </a:ext>
            </a:extLst>
          </p:cNvPr>
          <p:cNvSpPr txBox="1">
            <a:spLocks/>
          </p:cNvSpPr>
          <p:nvPr/>
        </p:nvSpPr>
        <p:spPr>
          <a:xfrm>
            <a:off x="321391" y="302170"/>
            <a:ext cx="4313187" cy="432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lvl1pPr>
            <a:lvl2pPr marL="539987" indent="-21599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현대산스 Head Bold" panose="020B0600000101010101" pitchFamily="50" charset="-127"/>
              <a:buChar char="-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미국 </a:t>
            </a:r>
            <a:r>
              <a:rPr lang="en-US" altLang="ko-KR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ESTA </a:t>
            </a: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신청 매뉴얼</a:t>
            </a:r>
          </a:p>
        </p:txBody>
      </p:sp>
    </p:spTree>
    <p:extLst>
      <p:ext uri="{BB962C8B-B14F-4D97-AF65-F5344CB8AC3E}">
        <p14:creationId xmlns:p14="http://schemas.microsoft.com/office/powerpoint/2010/main" val="1808219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B8840-E22E-CEB2-67DB-0B492B5C1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B4576CC0-EC0A-A68F-1CD8-AF625ACB8310}"/>
              </a:ext>
            </a:extLst>
          </p:cNvPr>
          <p:cNvGrpSpPr/>
          <p:nvPr/>
        </p:nvGrpSpPr>
        <p:grpSpPr>
          <a:xfrm>
            <a:off x="338166" y="1036737"/>
            <a:ext cx="8594034" cy="4630638"/>
            <a:chOff x="-72134" y="836712"/>
            <a:chExt cx="9252646" cy="4985512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C1CC272-F424-F3B0-A308-0133F4ED3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70376" y="836715"/>
              <a:ext cx="9250888" cy="4985509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2CC219E-6AE1-6C01-1037-ABDBF7D5C852}"/>
                </a:ext>
              </a:extLst>
            </p:cNvPr>
            <p:cNvSpPr/>
            <p:nvPr/>
          </p:nvSpPr>
          <p:spPr bwMode="auto">
            <a:xfrm>
              <a:off x="-72134" y="836712"/>
              <a:ext cx="9180639" cy="475252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D022313-FC3D-4C21-9219-E9B07D27AF9C}"/>
                </a:ext>
              </a:extLst>
            </p:cNvPr>
            <p:cNvSpPr txBox="1"/>
            <p:nvPr/>
          </p:nvSpPr>
          <p:spPr>
            <a:xfrm>
              <a:off x="7490866" y="889585"/>
              <a:ext cx="1653203" cy="314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해당되는 내용 작성</a:t>
              </a:r>
            </a:p>
          </p:txBody>
        </p:sp>
      </p:grpSp>
      <p:sp>
        <p:nvSpPr>
          <p:cNvPr id="5" name="텍스트 개체 틀 9">
            <a:extLst>
              <a:ext uri="{FF2B5EF4-FFF2-40B4-BE49-F238E27FC236}">
                <a16:creationId xmlns:a16="http://schemas.microsoft.com/office/drawing/2014/main" id="{22E52CF5-5248-59F6-13C1-69627411E11E}"/>
              </a:ext>
            </a:extLst>
          </p:cNvPr>
          <p:cNvSpPr txBox="1">
            <a:spLocks/>
          </p:cNvSpPr>
          <p:nvPr/>
        </p:nvSpPr>
        <p:spPr>
          <a:xfrm>
            <a:off x="321391" y="302170"/>
            <a:ext cx="4313187" cy="432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lvl1pPr>
            <a:lvl2pPr marL="539987" indent="-21599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현대산스 Head Bold" panose="020B0600000101010101" pitchFamily="50" charset="-127"/>
              <a:buChar char="-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미국 </a:t>
            </a:r>
            <a:r>
              <a:rPr lang="en-US" altLang="ko-KR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ESTA </a:t>
            </a: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신청 매뉴얼</a:t>
            </a:r>
          </a:p>
        </p:txBody>
      </p:sp>
    </p:spTree>
    <p:extLst>
      <p:ext uri="{BB962C8B-B14F-4D97-AF65-F5344CB8AC3E}">
        <p14:creationId xmlns:p14="http://schemas.microsoft.com/office/powerpoint/2010/main" val="3199522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47DBA-623E-94DE-412C-2EEE92DD1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C9ABABE0-1C96-0E72-C18B-18906E63ED89}"/>
              </a:ext>
            </a:extLst>
          </p:cNvPr>
          <p:cNvGrpSpPr/>
          <p:nvPr/>
        </p:nvGrpSpPr>
        <p:grpSpPr>
          <a:xfrm>
            <a:off x="415951" y="841830"/>
            <a:ext cx="8312097" cy="5307687"/>
            <a:chOff x="-101547" y="620688"/>
            <a:chExt cx="9382301" cy="599106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2AD5DDB-29E8-7434-2E12-AF3583CCB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01547" y="670446"/>
              <a:ext cx="9282059" cy="4317793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F4A6D4F-E264-1367-DD43-CD06BF8C0412}"/>
                </a:ext>
              </a:extLst>
            </p:cNvPr>
            <p:cNvSpPr/>
            <p:nvPr/>
          </p:nvSpPr>
          <p:spPr bwMode="auto">
            <a:xfrm>
              <a:off x="6876256" y="4437112"/>
              <a:ext cx="2304256" cy="50405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17498C8-E589-2EF0-93D9-E7D4E59B6BB3}"/>
                </a:ext>
              </a:extLst>
            </p:cNvPr>
            <p:cNvSpPr txBox="1"/>
            <p:nvPr/>
          </p:nvSpPr>
          <p:spPr>
            <a:xfrm>
              <a:off x="323533" y="1927870"/>
              <a:ext cx="7697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직책 영문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7B3C0CA-EF67-58D4-0864-4940FB2C8D08}"/>
                </a:ext>
              </a:extLst>
            </p:cNvPr>
            <p:cNvSpPr txBox="1"/>
            <p:nvPr/>
          </p:nvSpPr>
          <p:spPr>
            <a:xfrm>
              <a:off x="3635901" y="1927869"/>
              <a:ext cx="9044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회사명 영문</a:t>
              </a:r>
              <a:endParaRPr lang="ko-KR" alt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8A231FF-3D18-8B7A-E9FB-8823E20F04D7}"/>
                </a:ext>
              </a:extLst>
            </p:cNvPr>
            <p:cNvSpPr txBox="1"/>
            <p:nvPr/>
          </p:nvSpPr>
          <p:spPr>
            <a:xfrm>
              <a:off x="467549" y="2492901"/>
              <a:ext cx="10390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회사주소 영문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A3D8E95-1E7E-7A0A-C281-64AEB99497F9}"/>
                </a:ext>
              </a:extLst>
            </p:cNvPr>
            <p:cNvSpPr txBox="1"/>
            <p:nvPr/>
          </p:nvSpPr>
          <p:spPr>
            <a:xfrm>
              <a:off x="323533" y="3037038"/>
              <a:ext cx="9364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Ex. SEOUL</a:t>
              </a:r>
              <a:endParaRPr lang="ko-KR" alt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4FE34D4-B866-C2EB-C376-053908E67C8F}"/>
                </a:ext>
              </a:extLst>
            </p:cNvPr>
            <p:cNvSpPr txBox="1"/>
            <p:nvPr/>
          </p:nvSpPr>
          <p:spPr>
            <a:xfrm>
              <a:off x="3635901" y="3055130"/>
              <a:ext cx="9364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Ex. SEOUL</a:t>
              </a:r>
              <a:endParaRPr lang="ko-KR" alt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3030E3D-B5B6-B1B6-A6CC-570F5412E81A}"/>
                </a:ext>
              </a:extLst>
            </p:cNvPr>
            <p:cNvSpPr txBox="1"/>
            <p:nvPr/>
          </p:nvSpPr>
          <p:spPr>
            <a:xfrm>
              <a:off x="6480032" y="3037038"/>
              <a:ext cx="14980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Ex. SOUTH KOREA</a:t>
              </a:r>
              <a:endParaRPr lang="ko-KR" altLang="en-US" sz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01BE4B2-EBDA-2C7C-E396-66A99FF335EF}"/>
                </a:ext>
              </a:extLst>
            </p:cNvPr>
            <p:cNvSpPr txBox="1"/>
            <p:nvPr/>
          </p:nvSpPr>
          <p:spPr>
            <a:xfrm>
              <a:off x="6156181" y="620688"/>
              <a:ext cx="3124573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붉은색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(*)</a:t>
              </a:r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표시가 있는 곳만 기재하면 됩니다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.</a:t>
              </a:r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68F82277-920D-9899-8C1C-1084946D65B6}"/>
                </a:ext>
              </a:extLst>
            </p:cNvPr>
            <p:cNvCxnSpPr>
              <a:cxnSpLocks/>
              <a:stCxn id="17" idx="1"/>
            </p:cNvCxnSpPr>
            <p:nvPr/>
          </p:nvCxnSpPr>
          <p:spPr>
            <a:xfrm flipH="1" flipV="1">
              <a:off x="1648272" y="2631401"/>
              <a:ext cx="992933" cy="280659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E92FB704-283D-68C1-BA67-A0CD4CC02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41206" y="4264230"/>
              <a:ext cx="4054287" cy="2347524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</p:pic>
      </p:grp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6A9C2844-ADE1-96FD-57BB-E6EE43F0816E}"/>
              </a:ext>
            </a:extLst>
          </p:cNvPr>
          <p:cNvSpPr txBox="1">
            <a:spLocks/>
          </p:cNvSpPr>
          <p:nvPr/>
        </p:nvSpPr>
        <p:spPr>
          <a:xfrm>
            <a:off x="321391" y="302170"/>
            <a:ext cx="4313187" cy="432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lvl1pPr>
            <a:lvl2pPr marL="539987" indent="-21599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현대산스 Head Bold" panose="020B0600000101010101" pitchFamily="50" charset="-127"/>
              <a:buChar char="-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미국 </a:t>
            </a:r>
            <a:r>
              <a:rPr lang="en-US" altLang="ko-KR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ESTA </a:t>
            </a: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신청 매뉴얼</a:t>
            </a:r>
          </a:p>
        </p:txBody>
      </p:sp>
    </p:spTree>
    <p:extLst>
      <p:ext uri="{BB962C8B-B14F-4D97-AF65-F5344CB8AC3E}">
        <p14:creationId xmlns:p14="http://schemas.microsoft.com/office/powerpoint/2010/main" val="2742150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A8099-F82F-210F-9E21-8BD79A36A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061BCFD7-95A2-D560-8BD1-099F6DFCD7DC}"/>
              </a:ext>
            </a:extLst>
          </p:cNvPr>
          <p:cNvGrpSpPr/>
          <p:nvPr/>
        </p:nvGrpSpPr>
        <p:grpSpPr>
          <a:xfrm>
            <a:off x="321391" y="839763"/>
            <a:ext cx="8355735" cy="3475062"/>
            <a:chOff x="-68926" y="620688"/>
            <a:chExt cx="9349680" cy="388843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39A1E3C-D33E-5EC0-CE27-651D27266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68926" y="764705"/>
              <a:ext cx="9191557" cy="3744416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203CC78-9083-D421-EB85-F632D8724126}"/>
                </a:ext>
              </a:extLst>
            </p:cNvPr>
            <p:cNvSpPr/>
            <p:nvPr/>
          </p:nvSpPr>
          <p:spPr bwMode="auto">
            <a:xfrm>
              <a:off x="6804248" y="4005064"/>
              <a:ext cx="2232248" cy="43204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1D904A6-F46D-7E0E-0D6B-428EBAAF010F}"/>
                </a:ext>
              </a:extLst>
            </p:cNvPr>
            <p:cNvSpPr txBox="1"/>
            <p:nvPr/>
          </p:nvSpPr>
          <p:spPr>
            <a:xfrm>
              <a:off x="1259637" y="1844824"/>
              <a:ext cx="1646605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해당 되는 답변에 체크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02AA51A-7140-9DAD-15DA-668EE44C06F1}"/>
                </a:ext>
              </a:extLst>
            </p:cNvPr>
            <p:cNvSpPr txBox="1"/>
            <p:nvPr/>
          </p:nvSpPr>
          <p:spPr>
            <a:xfrm>
              <a:off x="2483768" y="2344525"/>
              <a:ext cx="227818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본인 제외 보호자 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1</a:t>
              </a:r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명 정보 기입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FF50496-18B8-4371-ED8A-1611C4657396}"/>
                </a:ext>
              </a:extLst>
            </p:cNvPr>
            <p:cNvSpPr txBox="1"/>
            <p:nvPr/>
          </p:nvSpPr>
          <p:spPr>
            <a:xfrm>
              <a:off x="6156181" y="620688"/>
              <a:ext cx="3124573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붉은색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(*)</a:t>
              </a:r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표시가 있는 곳만 기재하면 됩니다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70C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.</a:t>
              </a:r>
            </a:p>
          </p:txBody>
        </p:sp>
      </p:grp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C3B3C59E-530B-E9C4-B1E9-847D206CDA2C}"/>
              </a:ext>
            </a:extLst>
          </p:cNvPr>
          <p:cNvSpPr txBox="1">
            <a:spLocks/>
          </p:cNvSpPr>
          <p:nvPr/>
        </p:nvSpPr>
        <p:spPr>
          <a:xfrm>
            <a:off x="321391" y="302170"/>
            <a:ext cx="4313187" cy="432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lvl1pPr>
            <a:lvl2pPr marL="539987" indent="-21599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현대산스 Head Bold" panose="020B0600000101010101" pitchFamily="50" charset="-127"/>
              <a:buChar char="-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미국 </a:t>
            </a:r>
            <a:r>
              <a:rPr lang="en-US" altLang="ko-KR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ESTA </a:t>
            </a: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신청 매뉴얼</a:t>
            </a:r>
          </a:p>
        </p:txBody>
      </p:sp>
    </p:spTree>
    <p:extLst>
      <p:ext uri="{BB962C8B-B14F-4D97-AF65-F5344CB8AC3E}">
        <p14:creationId xmlns:p14="http://schemas.microsoft.com/office/powerpoint/2010/main" val="2412075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9B1A0-0195-9534-E533-4D4B4D4CC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F9230D4F-DE3A-5CDC-2060-EB97AB3147A7}"/>
              </a:ext>
            </a:extLst>
          </p:cNvPr>
          <p:cNvGrpSpPr/>
          <p:nvPr/>
        </p:nvGrpSpPr>
        <p:grpSpPr>
          <a:xfrm>
            <a:off x="321391" y="847267"/>
            <a:ext cx="8385701" cy="5420794"/>
            <a:chOff x="-70376" y="666291"/>
            <a:chExt cx="9250888" cy="598007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930C1E00-B3ED-C0C5-34E6-BC177434E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760" t="1689" r="-169" b="10"/>
            <a:stretch>
              <a:fillRect/>
            </a:stretch>
          </p:blipFill>
          <p:spPr>
            <a:xfrm>
              <a:off x="-70376" y="666291"/>
              <a:ext cx="8530808" cy="598007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43B9023-D193-2676-154C-5F25EFEBB080}"/>
                </a:ext>
              </a:extLst>
            </p:cNvPr>
            <p:cNvSpPr txBox="1"/>
            <p:nvPr/>
          </p:nvSpPr>
          <p:spPr>
            <a:xfrm>
              <a:off x="5123157" y="704314"/>
              <a:ext cx="4057355" cy="5432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해당 내용에 대해 정확하게 읽고 답변하시기 바랍니다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.</a:t>
              </a:r>
            </a:p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차후 불이익을 당할 수 있습니다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.</a:t>
              </a:r>
            </a:p>
          </p:txBody>
        </p:sp>
      </p:grpSp>
      <p:sp>
        <p:nvSpPr>
          <p:cNvPr id="5" name="텍스트 개체 틀 9">
            <a:extLst>
              <a:ext uri="{FF2B5EF4-FFF2-40B4-BE49-F238E27FC236}">
                <a16:creationId xmlns:a16="http://schemas.microsoft.com/office/drawing/2014/main" id="{6DC17ECF-8CCB-D01A-707F-ADBC6BB0FC63}"/>
              </a:ext>
            </a:extLst>
          </p:cNvPr>
          <p:cNvSpPr txBox="1">
            <a:spLocks/>
          </p:cNvSpPr>
          <p:nvPr/>
        </p:nvSpPr>
        <p:spPr>
          <a:xfrm>
            <a:off x="321391" y="302170"/>
            <a:ext cx="4313187" cy="432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lvl1pPr>
            <a:lvl2pPr marL="539987" indent="-21599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현대산스 Head Bold" panose="020B0600000101010101" pitchFamily="50" charset="-127"/>
              <a:buChar char="-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미국 </a:t>
            </a:r>
            <a:r>
              <a:rPr lang="en-US" altLang="ko-KR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ESTA </a:t>
            </a: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신청 매뉴얼</a:t>
            </a:r>
          </a:p>
        </p:txBody>
      </p:sp>
    </p:spTree>
    <p:extLst>
      <p:ext uri="{BB962C8B-B14F-4D97-AF65-F5344CB8AC3E}">
        <p14:creationId xmlns:p14="http://schemas.microsoft.com/office/powerpoint/2010/main" val="4185635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528FF-AFDC-039D-0713-3B027F9BE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FB6FBD38-9EDA-1DA0-9D50-8EB189A4D706}"/>
              </a:ext>
            </a:extLst>
          </p:cNvPr>
          <p:cNvGrpSpPr/>
          <p:nvPr/>
        </p:nvGrpSpPr>
        <p:grpSpPr>
          <a:xfrm>
            <a:off x="253580" y="926629"/>
            <a:ext cx="8690395" cy="2941594"/>
            <a:chOff x="-102439" y="764704"/>
            <a:chExt cx="9360308" cy="316835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B4D95F9F-D48F-98DF-8B70-7761EB0AFB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02439" y="764704"/>
              <a:ext cx="9360308" cy="3168352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1EBDE96-1CD2-CDBE-9CB0-9FD96647120B}"/>
                </a:ext>
              </a:extLst>
            </p:cNvPr>
            <p:cNvSpPr/>
            <p:nvPr/>
          </p:nvSpPr>
          <p:spPr bwMode="auto">
            <a:xfrm>
              <a:off x="6876260" y="3194976"/>
              <a:ext cx="2362139" cy="52205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C09EDA2-DBAC-5979-7884-D41B04B01959}"/>
                </a:ext>
              </a:extLst>
            </p:cNvPr>
            <p:cNvSpPr txBox="1"/>
            <p:nvPr/>
          </p:nvSpPr>
          <p:spPr>
            <a:xfrm>
              <a:off x="539552" y="1884712"/>
              <a:ext cx="1824101" cy="31492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내용 확인 후 동의 선택</a:t>
              </a: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785ACD1C-C154-70B8-1DE1-4D38728D49FE}"/>
                </a:ext>
              </a:extLst>
            </p:cNvPr>
            <p:cNvSpPr/>
            <p:nvPr/>
          </p:nvSpPr>
          <p:spPr bwMode="auto">
            <a:xfrm>
              <a:off x="-50126" y="2168861"/>
              <a:ext cx="229639" cy="25202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209DC77-AA6D-4AAF-F212-8A5C710F5271}"/>
                </a:ext>
              </a:extLst>
            </p:cNvPr>
            <p:cNvSpPr/>
            <p:nvPr/>
          </p:nvSpPr>
          <p:spPr bwMode="auto">
            <a:xfrm>
              <a:off x="-52087" y="2672917"/>
              <a:ext cx="229639" cy="25202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</p:grp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181C1C69-16CA-1D3E-BCDA-E652D29B1BFE}"/>
              </a:ext>
            </a:extLst>
          </p:cNvPr>
          <p:cNvSpPr txBox="1">
            <a:spLocks/>
          </p:cNvSpPr>
          <p:nvPr/>
        </p:nvSpPr>
        <p:spPr>
          <a:xfrm>
            <a:off x="321391" y="302170"/>
            <a:ext cx="4313187" cy="432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lvl1pPr>
            <a:lvl2pPr marL="539987" indent="-21599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현대산스 Head Bold" panose="020B0600000101010101" pitchFamily="50" charset="-127"/>
              <a:buChar char="-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미국 </a:t>
            </a:r>
            <a:r>
              <a:rPr lang="en-US" altLang="ko-KR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ESTA </a:t>
            </a: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신청 매뉴얼</a:t>
            </a:r>
          </a:p>
        </p:txBody>
      </p:sp>
    </p:spTree>
    <p:extLst>
      <p:ext uri="{BB962C8B-B14F-4D97-AF65-F5344CB8AC3E}">
        <p14:creationId xmlns:p14="http://schemas.microsoft.com/office/powerpoint/2010/main" val="4004100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26D92-ED38-C534-5970-CA2C0DFF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18AA66AE-F73D-F1F4-D36E-B43E4352C4A9}"/>
              </a:ext>
            </a:extLst>
          </p:cNvPr>
          <p:cNvGrpSpPr/>
          <p:nvPr/>
        </p:nvGrpSpPr>
        <p:grpSpPr>
          <a:xfrm>
            <a:off x="311021" y="908582"/>
            <a:ext cx="8511588" cy="4492094"/>
            <a:chOff x="-28736" y="679981"/>
            <a:chExt cx="9201473" cy="485618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226EA28-BB21-B88C-0D79-5DADF542F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736" y="679981"/>
              <a:ext cx="9201472" cy="4712173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BA27D8C-F1CD-782C-69BA-347AA88399B9}"/>
                </a:ext>
              </a:extLst>
            </p:cNvPr>
            <p:cNvSpPr/>
            <p:nvPr/>
          </p:nvSpPr>
          <p:spPr bwMode="auto">
            <a:xfrm>
              <a:off x="-20554" y="711634"/>
              <a:ext cx="9193291" cy="70114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1082A5-15EE-1DA6-1834-CACA8524E601}"/>
                </a:ext>
              </a:extLst>
            </p:cNvPr>
            <p:cNvSpPr txBox="1"/>
            <p:nvPr/>
          </p:nvSpPr>
          <p:spPr>
            <a:xfrm>
              <a:off x="1403650" y="764704"/>
              <a:ext cx="293702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지금까지 기입한 내용을 검토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/</a:t>
              </a:r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수정합니다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.</a:t>
              </a:r>
              <a:endPara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A8FEA64-9109-C10D-C7D7-C0E2E74564C1}"/>
                </a:ext>
              </a:extLst>
            </p:cNvPr>
            <p:cNvSpPr/>
            <p:nvPr/>
          </p:nvSpPr>
          <p:spPr bwMode="auto">
            <a:xfrm>
              <a:off x="8244412" y="1700808"/>
              <a:ext cx="792089" cy="28803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5A66397-1B91-B7B2-94E3-016E2B06FFB2}"/>
                </a:ext>
              </a:extLst>
            </p:cNvPr>
            <p:cNvSpPr txBox="1"/>
            <p:nvPr/>
          </p:nvSpPr>
          <p:spPr>
            <a:xfrm>
              <a:off x="4859633" y="1700808"/>
              <a:ext cx="316464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수정할 내용이 있을 경우 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Edit </a:t>
              </a:r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클릭한 후 수정</a:t>
              </a: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BB5C6DD9-97B2-457B-4F5F-8D25AA57D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14490" y="4993169"/>
              <a:ext cx="1219371" cy="543001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71CA6BF-068C-3ECB-F72C-BCFE260EA377}"/>
                </a:ext>
              </a:extLst>
            </p:cNvPr>
            <p:cNvSpPr/>
            <p:nvPr/>
          </p:nvSpPr>
          <p:spPr bwMode="auto">
            <a:xfrm flipV="1">
              <a:off x="8195728" y="5123362"/>
              <a:ext cx="889451" cy="34079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72575A7-4D70-7556-448E-F27180CE9D92}"/>
                </a:ext>
              </a:extLst>
            </p:cNvPr>
            <p:cNvSpPr txBox="1"/>
            <p:nvPr/>
          </p:nvSpPr>
          <p:spPr>
            <a:xfrm>
              <a:off x="5323271" y="5179128"/>
              <a:ext cx="273183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확인 후 하단의 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‘</a:t>
              </a:r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확인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&amp;</a:t>
              </a:r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계속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’</a:t>
              </a:r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클릭 필요</a:t>
              </a:r>
            </a:p>
          </p:txBody>
        </p:sp>
      </p:grpSp>
      <p:sp>
        <p:nvSpPr>
          <p:cNvPr id="7" name="텍스트 개체 틀 9">
            <a:extLst>
              <a:ext uri="{FF2B5EF4-FFF2-40B4-BE49-F238E27FC236}">
                <a16:creationId xmlns:a16="http://schemas.microsoft.com/office/drawing/2014/main" id="{A646A04B-C2BD-BC3F-1173-4F3F225B84DC}"/>
              </a:ext>
            </a:extLst>
          </p:cNvPr>
          <p:cNvSpPr txBox="1">
            <a:spLocks/>
          </p:cNvSpPr>
          <p:nvPr/>
        </p:nvSpPr>
        <p:spPr>
          <a:xfrm>
            <a:off x="321391" y="302170"/>
            <a:ext cx="4313187" cy="432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lvl1pPr>
            <a:lvl2pPr marL="539987" indent="-21599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현대산스 Head Bold" panose="020B0600000101010101" pitchFamily="50" charset="-127"/>
              <a:buChar char="-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미국 </a:t>
            </a:r>
            <a:r>
              <a:rPr lang="en-US" altLang="ko-KR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ESTA </a:t>
            </a: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신청 매뉴얼</a:t>
            </a:r>
          </a:p>
        </p:txBody>
      </p:sp>
    </p:spTree>
    <p:extLst>
      <p:ext uri="{BB962C8B-B14F-4D97-AF65-F5344CB8AC3E}">
        <p14:creationId xmlns:p14="http://schemas.microsoft.com/office/powerpoint/2010/main" val="747011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08AE4-8655-C32B-627E-F38146A2E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4E5EEAFF-8570-DD7B-0A78-F302CFDA4E7C}"/>
              </a:ext>
            </a:extLst>
          </p:cNvPr>
          <p:cNvGrpSpPr/>
          <p:nvPr/>
        </p:nvGrpSpPr>
        <p:grpSpPr>
          <a:xfrm>
            <a:off x="324436" y="876207"/>
            <a:ext cx="8620283" cy="2622593"/>
            <a:chOff x="-28733" y="695232"/>
            <a:chExt cx="9201473" cy="279941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DD18009-08C0-BBC9-445F-F866E9239F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733" y="695232"/>
              <a:ext cx="9201471" cy="279941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C52EDE1-279F-2A1F-3762-F01EBF31D9CB}"/>
                </a:ext>
              </a:extLst>
            </p:cNvPr>
            <p:cNvSpPr txBox="1"/>
            <p:nvPr/>
          </p:nvSpPr>
          <p:spPr>
            <a:xfrm>
              <a:off x="6112506" y="1343321"/>
              <a:ext cx="3012363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기입 내용 전체 </a:t>
              </a:r>
              <a:r>
                <a:rPr lang="ko-KR" altLang="en-US" sz="130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검토 완료 후 다음으로 이동</a:t>
              </a:r>
              <a:endPara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90E07D9-3DD9-329E-D1CB-D0FAFB88F03E}"/>
                </a:ext>
              </a:extLst>
            </p:cNvPr>
            <p:cNvSpPr/>
            <p:nvPr/>
          </p:nvSpPr>
          <p:spPr bwMode="auto">
            <a:xfrm flipV="1">
              <a:off x="6846141" y="2924944"/>
              <a:ext cx="2326599" cy="50405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</p:grpSp>
      <p:sp>
        <p:nvSpPr>
          <p:cNvPr id="4" name="텍스트 개체 틀 9">
            <a:extLst>
              <a:ext uri="{FF2B5EF4-FFF2-40B4-BE49-F238E27FC236}">
                <a16:creationId xmlns:a16="http://schemas.microsoft.com/office/drawing/2014/main" id="{6FDFB1BC-2052-F30F-8FAA-BC62536A80F2}"/>
              </a:ext>
            </a:extLst>
          </p:cNvPr>
          <p:cNvSpPr txBox="1">
            <a:spLocks/>
          </p:cNvSpPr>
          <p:nvPr/>
        </p:nvSpPr>
        <p:spPr>
          <a:xfrm>
            <a:off x="321391" y="302170"/>
            <a:ext cx="4313187" cy="432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lvl1pPr>
            <a:lvl2pPr marL="539987" indent="-21599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현대산스 Head Bold" panose="020B0600000101010101" pitchFamily="50" charset="-127"/>
              <a:buChar char="-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미국 </a:t>
            </a:r>
            <a:r>
              <a:rPr lang="en-US" altLang="ko-KR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ESTA </a:t>
            </a: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신청 매뉴얼</a:t>
            </a:r>
          </a:p>
        </p:txBody>
      </p:sp>
    </p:spTree>
    <p:extLst>
      <p:ext uri="{BB962C8B-B14F-4D97-AF65-F5344CB8AC3E}">
        <p14:creationId xmlns:p14="http://schemas.microsoft.com/office/powerpoint/2010/main" val="3997427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72780-F0D2-8F96-7501-8D27D8D41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9E98B38C-9578-0AE6-52C2-15733E15E958}"/>
              </a:ext>
            </a:extLst>
          </p:cNvPr>
          <p:cNvGrpSpPr/>
          <p:nvPr/>
        </p:nvGrpSpPr>
        <p:grpSpPr>
          <a:xfrm>
            <a:off x="321391" y="888532"/>
            <a:ext cx="8601726" cy="4016843"/>
            <a:chOff x="-70375" y="764707"/>
            <a:chExt cx="9374560" cy="4377742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FA8F84A9-F567-E296-C1D3-43B50D6724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53" b="-1"/>
            <a:stretch>
              <a:fillRect/>
            </a:stretch>
          </p:blipFill>
          <p:spPr>
            <a:xfrm>
              <a:off x="-70375" y="764707"/>
              <a:ext cx="9374560" cy="396493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4E922E1-6858-AFE8-8F0C-596C144ABCC3}"/>
                </a:ext>
              </a:extLst>
            </p:cNvPr>
            <p:cNvSpPr txBox="1"/>
            <p:nvPr/>
          </p:nvSpPr>
          <p:spPr>
            <a:xfrm>
              <a:off x="5292081" y="4850061"/>
              <a:ext cx="276710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권리포기각서에 동의 후 결제 버튼 클릭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58B290A-0C05-710E-A326-6BA2B23E9DAC}"/>
                </a:ext>
              </a:extLst>
            </p:cNvPr>
            <p:cNvSpPr/>
            <p:nvPr/>
          </p:nvSpPr>
          <p:spPr bwMode="auto">
            <a:xfrm flipV="1">
              <a:off x="5364092" y="3645027"/>
              <a:ext cx="3850287" cy="115187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</p:grpSp>
      <p:sp>
        <p:nvSpPr>
          <p:cNvPr id="5" name="텍스트 개체 틀 9">
            <a:extLst>
              <a:ext uri="{FF2B5EF4-FFF2-40B4-BE49-F238E27FC236}">
                <a16:creationId xmlns:a16="http://schemas.microsoft.com/office/drawing/2014/main" id="{B4938D70-6AAD-87EC-0719-90C950A59D94}"/>
              </a:ext>
            </a:extLst>
          </p:cNvPr>
          <p:cNvSpPr txBox="1">
            <a:spLocks/>
          </p:cNvSpPr>
          <p:nvPr/>
        </p:nvSpPr>
        <p:spPr>
          <a:xfrm>
            <a:off x="321391" y="302170"/>
            <a:ext cx="4313187" cy="432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lvl1pPr>
            <a:lvl2pPr marL="539987" indent="-21599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현대산스 Head Bold" panose="020B0600000101010101" pitchFamily="50" charset="-127"/>
              <a:buChar char="-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미국 </a:t>
            </a:r>
            <a:r>
              <a:rPr lang="en-US" altLang="ko-KR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ESTA </a:t>
            </a: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신청 매뉴얼</a:t>
            </a:r>
          </a:p>
        </p:txBody>
      </p:sp>
    </p:spTree>
    <p:extLst>
      <p:ext uri="{BB962C8B-B14F-4D97-AF65-F5344CB8AC3E}">
        <p14:creationId xmlns:p14="http://schemas.microsoft.com/office/powerpoint/2010/main" val="501590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151CD-F8DE-E7FC-EF95-D1880EEBA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B0AF0288-4826-B98C-EDF4-CFAC3B09B7EC}"/>
              </a:ext>
            </a:extLst>
          </p:cNvPr>
          <p:cNvGrpSpPr/>
          <p:nvPr/>
        </p:nvGrpSpPr>
        <p:grpSpPr>
          <a:xfrm>
            <a:off x="312415" y="815502"/>
            <a:ext cx="8736334" cy="5442201"/>
            <a:chOff x="-51445" y="748827"/>
            <a:chExt cx="9467296" cy="5897545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493F49A-73E6-1FD5-3248-182107E64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51445" y="748827"/>
              <a:ext cx="3391288" cy="1600055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A7D3E14-E0B7-E6EF-511E-6C1FE4054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23928" y="748831"/>
              <a:ext cx="5184576" cy="5897541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68CDE5C-0C82-39B6-A7B3-30D26DBD14D7}"/>
                </a:ext>
              </a:extLst>
            </p:cNvPr>
            <p:cNvSpPr/>
            <p:nvPr/>
          </p:nvSpPr>
          <p:spPr bwMode="auto">
            <a:xfrm flipV="1">
              <a:off x="-33731" y="1628800"/>
              <a:ext cx="861315" cy="21602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758ED49-6858-4718-C024-306AA6174C48}"/>
                </a:ext>
              </a:extLst>
            </p:cNvPr>
            <p:cNvSpPr/>
            <p:nvPr/>
          </p:nvSpPr>
          <p:spPr bwMode="auto">
            <a:xfrm flipV="1">
              <a:off x="3900061" y="1772823"/>
              <a:ext cx="2448272" cy="487354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ko-KR" altLang="en-US" sz="13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928CF0C-E743-A13C-AB63-39CE0D07C8F2}"/>
                </a:ext>
              </a:extLst>
            </p:cNvPr>
            <p:cNvSpPr txBox="1"/>
            <p:nvPr/>
          </p:nvSpPr>
          <p:spPr>
            <a:xfrm>
              <a:off x="4438198" y="1228105"/>
              <a:ext cx="38202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붉은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*</a:t>
              </a:r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표시가 있는 곳만 기입하면 되므로 </a:t>
              </a:r>
              <a:endPara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청구주소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2, </a:t>
              </a:r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주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/</a:t>
              </a:r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도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, </a:t>
              </a:r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우편번호는 공란으로 두셔도 됩니다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.</a:t>
              </a:r>
              <a:endPara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A27154C-FEBA-F8A9-AD28-1AC6AD935722}"/>
                </a:ext>
              </a:extLst>
            </p:cNvPr>
            <p:cNvSpPr txBox="1"/>
            <p:nvPr/>
          </p:nvSpPr>
          <p:spPr>
            <a:xfrm>
              <a:off x="6360369" y="3645025"/>
              <a:ext cx="3055482" cy="316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국가 선택 시 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Korea Republic</a:t>
              </a:r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으로 선택</a:t>
              </a:r>
            </a:p>
          </p:txBody>
        </p:sp>
      </p:grpSp>
      <p:sp>
        <p:nvSpPr>
          <p:cNvPr id="4" name="텍스트 개체 틀 9">
            <a:extLst>
              <a:ext uri="{FF2B5EF4-FFF2-40B4-BE49-F238E27FC236}">
                <a16:creationId xmlns:a16="http://schemas.microsoft.com/office/drawing/2014/main" id="{6C4C2EF7-A4E1-215C-791D-B76CB59D3B87}"/>
              </a:ext>
            </a:extLst>
          </p:cNvPr>
          <p:cNvSpPr txBox="1">
            <a:spLocks/>
          </p:cNvSpPr>
          <p:nvPr/>
        </p:nvSpPr>
        <p:spPr>
          <a:xfrm>
            <a:off x="321391" y="302170"/>
            <a:ext cx="4313187" cy="432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lvl1pPr>
            <a:lvl2pPr marL="539987" indent="-21599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현대산스 Head Bold" panose="020B0600000101010101" pitchFamily="50" charset="-127"/>
              <a:buChar char="-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미국 </a:t>
            </a:r>
            <a:r>
              <a:rPr lang="en-US" altLang="ko-KR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ESTA </a:t>
            </a: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신청 매뉴얼</a:t>
            </a:r>
          </a:p>
        </p:txBody>
      </p:sp>
    </p:spTree>
    <p:extLst>
      <p:ext uri="{BB962C8B-B14F-4D97-AF65-F5344CB8AC3E}">
        <p14:creationId xmlns:p14="http://schemas.microsoft.com/office/powerpoint/2010/main" val="1411088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BC117-151D-18F0-DCF9-8A6137C4B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0A1B80C4-5BC5-FC8A-7892-D9BE0E56A82C}"/>
              </a:ext>
            </a:extLst>
          </p:cNvPr>
          <p:cNvGrpSpPr/>
          <p:nvPr/>
        </p:nvGrpSpPr>
        <p:grpSpPr>
          <a:xfrm>
            <a:off x="321391" y="885566"/>
            <a:ext cx="8563816" cy="5781934"/>
            <a:chOff x="35497" y="778161"/>
            <a:chExt cx="8640532" cy="583372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E1A56BF-D702-70C3-4EE6-67C0D5DE8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497" y="778161"/>
              <a:ext cx="8064028" cy="583372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CABB8A9-9ED4-C1DA-8DBF-B0B434613101}"/>
                </a:ext>
              </a:extLst>
            </p:cNvPr>
            <p:cNvSpPr txBox="1"/>
            <p:nvPr/>
          </p:nvSpPr>
          <p:spPr>
            <a:xfrm>
              <a:off x="4067516" y="3548826"/>
              <a:ext cx="4608513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결제 후 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72</a:t>
              </a:r>
              <a:r>
                <a:rPr lang="ko-KR" altLang="en-US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시간 이내에 허가 승인이 뜨면 모든 절차가 완료됩니다</a:t>
              </a:r>
              <a:r>
                <a:rPr lang="en-US" altLang="ko-KR" sz="13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.</a:t>
              </a:r>
              <a:endPara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</p:grpSp>
      <p:sp>
        <p:nvSpPr>
          <p:cNvPr id="4" name="텍스트 개체 틀 9">
            <a:extLst>
              <a:ext uri="{FF2B5EF4-FFF2-40B4-BE49-F238E27FC236}">
                <a16:creationId xmlns:a16="http://schemas.microsoft.com/office/drawing/2014/main" id="{B4C6F44F-C620-3C9F-45D5-4C11BEBDC74A}"/>
              </a:ext>
            </a:extLst>
          </p:cNvPr>
          <p:cNvSpPr txBox="1">
            <a:spLocks/>
          </p:cNvSpPr>
          <p:nvPr/>
        </p:nvSpPr>
        <p:spPr>
          <a:xfrm>
            <a:off x="321391" y="302170"/>
            <a:ext cx="4313187" cy="432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indent="-342891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defRPr>
            </a:lvl1pPr>
            <a:lvl2pPr marL="539987" indent="-21599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현대산스 Head Bold" panose="020B0600000101010101" pitchFamily="50" charset="-127"/>
              <a:buChar char="-"/>
              <a:defRPr sz="2000" kern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미국 </a:t>
            </a:r>
            <a:r>
              <a:rPr lang="en-US" altLang="ko-KR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ESTA </a:t>
            </a:r>
            <a:r>
              <a:rPr lang="ko-KR" altLang="en-US" sz="1800" b="1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신청 매뉴얼</a:t>
            </a:r>
          </a:p>
        </p:txBody>
      </p:sp>
    </p:spTree>
    <p:extLst>
      <p:ext uri="{BB962C8B-B14F-4D97-AF65-F5344CB8AC3E}">
        <p14:creationId xmlns:p14="http://schemas.microsoft.com/office/powerpoint/2010/main" val="568514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307</Words>
  <Application>Microsoft Office PowerPoint</Application>
  <PresentationFormat>화면 슬라이드 쇼(4:3)</PresentationFormat>
  <Paragraphs>71</Paragraphs>
  <Slides>20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Malgun Gothic Semilight</vt:lpstr>
      <vt:lpstr>맑은 고딕</vt:lpstr>
      <vt:lpstr>현대산스 Head Bold</vt:lpstr>
      <vt:lpstr>현대하모니 B</vt:lpstr>
      <vt:lpstr>현대하모니 M</vt:lpstr>
      <vt:lpstr>Aptos</vt:lpstr>
      <vt:lpstr>Aptos Display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장소현 주식회사 현대드림투어</dc:creator>
  <cp:lastModifiedBy>양희건 선임</cp:lastModifiedBy>
  <cp:revision>6</cp:revision>
  <cp:lastPrinted>2026-03-09T06:58:30Z</cp:lastPrinted>
  <dcterms:created xsi:type="dcterms:W3CDTF">2026-03-09T06:44:18Z</dcterms:created>
  <dcterms:modified xsi:type="dcterms:W3CDTF">2026-05-21T02:16:52Z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MSIP_Label_c6d9a7a2-a2c9-479c-a560-d79de4b6971b_Enabled" pid="2">
    <vt:lpwstr>true</vt:lpwstr>
  </property>
  <property fmtid="{D5CDD505-2E9C-101B-9397-08002B2CF9AE}" name="MSIP_Label_c6d9a7a2-a2c9-479c-a560-d79de4b6971b_SetDate" pid="3">
    <vt:lpwstr>2026-03-09T06:59:37Z</vt:lpwstr>
  </property>
  <property fmtid="{D5CDD505-2E9C-101B-9397-08002B2CF9AE}" name="MSIP_Label_c6d9a7a2-a2c9-479c-a560-d79de4b6971b_Method" pid="4">
    <vt:lpwstr>Privileged</vt:lpwstr>
  </property>
  <property fmtid="{D5CDD505-2E9C-101B-9397-08002B2CF9AE}" name="MSIP_Label_c6d9a7a2-a2c9-479c-a560-d79de4b6971b_Name" pid="5">
    <vt:lpwstr>사외 정책</vt:lpwstr>
  </property>
  <property fmtid="{D5CDD505-2E9C-101B-9397-08002B2CF9AE}" name="MSIP_Label_c6d9a7a2-a2c9-479c-a560-d79de4b6971b_SiteId" pid="6">
    <vt:lpwstr>7cf932c0-bced-4490-b11f-48d23b1fe0d9</vt:lpwstr>
  </property>
  <property fmtid="{D5CDD505-2E9C-101B-9397-08002B2CF9AE}" name="MSIP_Label_c6d9a7a2-a2c9-479c-a560-d79de4b6971b_ActionId" pid="7">
    <vt:lpwstr>6db58dae-7fff-4c11-81c5-69c87d4b5f7e</vt:lpwstr>
  </property>
  <property fmtid="{D5CDD505-2E9C-101B-9397-08002B2CF9AE}" name="MSIP_Label_c6d9a7a2-a2c9-479c-a560-d79de4b6971b_ContentBits" pid="8">
    <vt:lpwstr>6</vt:lpwstr>
  </property>
  <property fmtid="{D5CDD505-2E9C-101B-9397-08002B2CF9AE}" name="MSIP_Label_c6d9a7a2-a2c9-479c-a560-d79de4b6971b_Tag" pid="9">
    <vt:lpwstr>10</vt:lpwstr>
  </property>
  <property fmtid="{D5CDD505-2E9C-101B-9397-08002B2CF9AE}" name="ClassificationContentMarkingFooterLocations" pid="10">
    <vt:lpwstr>Office 테마:10</vt:lpwstr>
  </property>
  <property fmtid="{D5CDD505-2E9C-101B-9397-08002B2CF9AE}" name="ClassificationContentMarkingFooterText" pid="11">
    <vt:lpwstr>장소현 주식회사 현대드림투어 / DT099715@mobis-partners.com / 본 문서는 현대모비스의 대외비 정보자산이므로 무단 전재 및 복제할 수 없으며</vt:lpwstr>
  </property>
  <property fmtid="{D5CDD505-2E9C-101B-9397-08002B2CF9AE}" name="ClassificationWatermarkLocations" pid="12">
    <vt:lpwstr>Office 테마:11</vt:lpwstr>
  </property>
  <property fmtid="{D5CDD505-2E9C-101B-9397-08002B2CF9AE}" name="ClassificationWatermarkText" pid="13">
    <vt:lpwstr>Hyundai Mobis Restricted</vt:lpwstr>
  </property>
  <property fmtid="{D5CDD505-2E9C-101B-9397-08002B2CF9AE}" name="Fasoo_Trace_ID" pid="14">
    <vt:lpwstr>eyAibm9kZUNvdW50IjogMywgIm5vZGUxIiA6IHsiZHNkIjoiMDEwMDAwMDAwMDAwMTg5NCIsImxvZ1RpbWUiOiIyMDI2LTA1LTE4VDA2OjE5OjE4WiIsInBJRCI6MSwicHJvY2Vzc0lkIjoxNDk4OCwicHJvY2Vzc05hbWUiOiJQT1dFUlBOVC5FWEUiLCJ0cmFjZUlkIjoiQjAxMzNCNEJFNzYzNDQyRkE1MUQyMDNDOTAyNDRDRDAiLCJ1c2VyQ29kZSI6IjI1MDM3NTIifSwibm9kZTIiIDogeyJkc2QiOiIwMTAwMDAwMDAwMDAxODk0IiwibG9nVGltZSI6IjIwMjYtMDUtMThUMDY6MTk6MThaIiwicElEIjoxLCJwcm9jZXNzSWQiOjE0OTg4LCJwcm9jZXNzTmFtZSI6IlBPV0VSUE5ULkVYRSIsInRyYWNlSWQiOiJCMDEzM0I0QkU3NjM0NDJGQTUxRDIwM0M5MDI0NENEMCIsInVzZXJDb2RlIjoiMjUwMzc1MiJ9LCJub2RlMyIgOiB7ImRzZCI6IjAxMDAwMDAwMDAwMDE4OTQiLCJsb2dUaW1lIjoiMjAyNi0wNS0xOFQwNjoxOToxOFoiLCJwSUQiOjEsInByb2Nlc3NJZCI6MTQ5ODgsInByb2Nlc3NOYW1lIjoiUE9XRVJQTlQuRVhFIiwidHJhY2VJZCI6IkIwMTMzQjRCRTc2MzQ0MkZBNTFEMjAzQzkwMjQ0Q0QwIiwidXNlckNvZGUiOiIyNTAzNzUyIn0sIm5vZGU0IiA6IHsiZHNkIjoiMDEwMDAwMDAwMDAwMTg5NCIsImxvZ1RpbWUiOiIyMDI2LTA1LTIxVDAyOjEyOjQ5WiIsInBJRCI6MSwicHJvY2Vzc0lkIjo3MDI0LCJwcm9jZXNzTmFtZSI6IlBPV0VSUE5ULkVYRSIsInRyYWNlSWQiOiIyNEY1QTI3Q0I0NjI0OTI1ODYzNkQyQzIyOTMwNkZCNCIsInVzZXJDb2RlIjoiMjUwMzc1MiJ9LCJub2RlNSIgOiB7ICJ1c2VyQ29kZSIgOiAiMjUwMzc1MiIsICJ0cmFjZUlkIiA6ICJGNDI1NkFCMTE4RTkxRjdERjlBQzRBMERFMDY4RTg4NyIsICJkc2QiIDogIjAwMDAwMDAwMDAwMDAwMDAiLCAicElEIiA6ICIyMDQ4IiwgImxvZ1RpbWUiIDogIjIwMjYtMDUtMjFUMDI6MTg6MjlaIiB9fQ==</vt:lpwstr>
  </property>
</Properties>
</file>